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3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75488" y="310896"/>
            <a:ext cx="1755648" cy="457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llm-omni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411480"/>
            <a:ext cx="1499616" cy="27265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12064" y="1115568"/>
            <a:ext cx="5138928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Arial"/>
              </a:rPr>
              <a:t>[Presentation title]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2148840"/>
            <a:ext cx="498348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[One-sentence subtitle or closing statement]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3017520"/>
            <a:ext cx="658368" cy="640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3273552"/>
            <a:ext cx="4754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[Presenter / team  ·  Context  ·  Month YYYY]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33872" y="1243584"/>
            <a:ext cx="2798064" cy="2267712"/>
          </a:xfrm>
          <a:prstGeom prst="roundRect">
            <a:avLst/>
          </a:prstGeom>
          <a:solidFill>
            <a:srgbClr val="0D2340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53328" y="1499616"/>
            <a:ext cx="23591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5A623"/>
                </a:solidFill>
                <a:latin typeface="Arial"/>
              </a:rPr>
              <a:t>OPTIONAL VISUAL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1975104"/>
            <a:ext cx="2176272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[Insert source figure or editable motif]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4608576"/>
            <a:ext cx="8101583" cy="1097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4718304"/>
            <a:ext cx="6583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BLANK vLLM-OMNI LAYOUT  ·  DELETE PLACEHOLDERS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3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75488" y="310896"/>
            <a:ext cx="1755648" cy="457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llm-omni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411480"/>
            <a:ext cx="1499616" cy="27265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30352" y="1207008"/>
            <a:ext cx="4480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5A623"/>
                </a:solidFill>
                <a:latin typeface="Arial"/>
              </a:rPr>
              <a:t>[SECTION LABEL]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572768"/>
            <a:ext cx="4663440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Arial"/>
              </a:rPr>
              <a:t>[One key message]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26080"/>
            <a:ext cx="443484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[One supporting sentence]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23560" y="1463040"/>
            <a:ext cx="2880360" cy="2212848"/>
          </a:xfrm>
          <a:prstGeom prst="roundRect">
            <a:avLst/>
          </a:prstGeom>
          <a:solidFill>
            <a:srgbClr val="0D2340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70448" y="1719072"/>
            <a:ext cx="23865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5A623"/>
                </a:solidFill>
                <a:latin typeface="Arial"/>
              </a:rPr>
              <a:t>OPTIONAL FIGURE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0176" y="2185416"/>
            <a:ext cx="216712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[Insert source figure or semantic visual]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4754880"/>
            <a:ext cx="2194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19456"/>
            <a:ext cx="42062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B82F6"/>
                </a:solidFill>
                <a:latin typeface="Arial"/>
              </a:rPr>
              <a:t>BLANK 03  ·  AGENDA /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475488" y="448056"/>
            <a:ext cx="54864" cy="39319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411480"/>
            <a:ext cx="80650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172033"/>
                </a:solidFill>
                <a:latin typeface="Arial"/>
              </a:rPr>
              <a:t>[Agenda or summary title]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33856"/>
            <a:ext cx="3913632" cy="138988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33856"/>
            <a:ext cx="64008" cy="138988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271016"/>
            <a:ext cx="360273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B82F6"/>
                </a:solidFill>
                <a:latin typeface="Arial"/>
              </a:rPr>
              <a:t>[01]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36192"/>
            <a:ext cx="36027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[Item heading]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20240"/>
            <a:ext cx="360273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[One supporting line]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36008" y="1133856"/>
            <a:ext cx="4005072" cy="138988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36008" y="1133856"/>
            <a:ext cx="64008" cy="1389888"/>
          </a:xfrm>
          <a:prstGeom prst="rect">
            <a:avLst/>
          </a:prstGeom>
          <a:solidFill>
            <a:srgbClr val="45B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18888" y="1271016"/>
            <a:ext cx="369417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45B7E8"/>
                </a:solidFill>
                <a:latin typeface="Arial"/>
              </a:rPr>
              <a:t>[02]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18888" y="1536192"/>
            <a:ext cx="36941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[Item heading]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18888" y="1920240"/>
            <a:ext cx="369417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[One supporting line]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743200"/>
            <a:ext cx="3913632" cy="138988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743200"/>
            <a:ext cx="64008" cy="138988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880360"/>
            <a:ext cx="360273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5A623"/>
                </a:solidFill>
                <a:latin typeface="Arial"/>
              </a:rPr>
              <a:t>[03]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145536"/>
            <a:ext cx="36027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[Item heading]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529584"/>
            <a:ext cx="360273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[One supporting line]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2743200"/>
            <a:ext cx="4005072" cy="138988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36008" y="2743200"/>
            <a:ext cx="64008" cy="1389888"/>
          </a:xfrm>
          <a:prstGeom prst="rect">
            <a:avLst/>
          </a:prstGeom>
          <a:solidFill>
            <a:srgbClr val="7C4D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18888" y="2880360"/>
            <a:ext cx="369417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7C4DCC"/>
                </a:solidFill>
                <a:latin typeface="Arial"/>
              </a:rPr>
              <a:t>[04]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18888" y="3145536"/>
            <a:ext cx="36941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[Item heading]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3529584"/>
            <a:ext cx="369417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[One supporting line]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681728"/>
            <a:ext cx="8229600" cy="10972"/>
          </a:xfrm>
          <a:prstGeom prst="rect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" y="4782312"/>
            <a:ext cx="6309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[Source / context if required]</a:t>
            </a:r>
          </a:p>
        </p:txBody>
      </p:sp>
      <p:pic>
        <p:nvPicPr>
          <p:cNvPr id="27" name="Picture 26" descr="vllm-omni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2631" y="4800600"/>
            <a:ext cx="1078992" cy="19618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540496" y="4782312"/>
            <a:ext cx="1828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19456"/>
            <a:ext cx="42062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B82F6"/>
                </a:solidFill>
                <a:latin typeface="Arial"/>
              </a:rPr>
              <a:t>BLANK 04  ·  GENERAL CONTENT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75488" y="448056"/>
            <a:ext cx="54864" cy="39319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411480"/>
            <a:ext cx="80650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172033"/>
                </a:solidFill>
                <a:latin typeface="Arial"/>
              </a:rPr>
              <a:t>[Assertion title]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24712"/>
            <a:ext cx="2852928" cy="3273552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362456"/>
            <a:ext cx="24323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5A623"/>
                </a:solidFill>
                <a:latin typeface="Arial"/>
              </a:rPr>
              <a:t>KEY TAKEAWAY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91640"/>
            <a:ext cx="2340864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[One-sentence takeaway]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2743200"/>
            <a:ext cx="384048" cy="310896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816352"/>
            <a:ext cx="38404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3584" y="2788920"/>
            <a:ext cx="17922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72033"/>
                </a:solidFill>
                <a:latin typeface="Arial"/>
              </a:rPr>
              <a:t>[Supporting point]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3209544"/>
            <a:ext cx="384048" cy="310896"/>
          </a:xfrm>
          <a:prstGeom prst="roundRect">
            <a:avLst/>
          </a:prstGeom>
          <a:solidFill>
            <a:srgbClr val="45B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3282696"/>
            <a:ext cx="38404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43584" y="3255263"/>
            <a:ext cx="17922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72033"/>
                </a:solidFill>
                <a:latin typeface="Arial"/>
              </a:rPr>
              <a:t>[Supporting point]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675887"/>
            <a:ext cx="384048" cy="310896"/>
          </a:xfrm>
          <a:prstGeom prst="roundRect">
            <a:avLst/>
          </a:prstGeom>
          <a:solidFill>
            <a:srgbClr val="7C4D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3749039"/>
            <a:ext cx="38404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43584" y="3721607"/>
            <a:ext cx="17922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72033"/>
                </a:solidFill>
                <a:latin typeface="Arial"/>
              </a:rPr>
              <a:t>[Supporting point]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39312" y="1124712"/>
            <a:ext cx="5001768" cy="3273552"/>
          </a:xfrm>
          <a:prstGeom prst="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22191" y="1289304"/>
            <a:ext cx="463600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B82F6"/>
                </a:solidFill>
                <a:latin typeface="Arial"/>
              </a:rPr>
              <a:t>FIGURE / DIAGRAM / CONTENT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59352" y="1810512"/>
            <a:ext cx="4361688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5E6B7A"/>
                </a:solidFill>
                <a:latin typeface="Arial"/>
              </a:rPr>
              <a:t>[Insert original source figure or editable visual]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95344" y="4041648"/>
            <a:ext cx="448970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[Caption or explanatory note]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681728"/>
            <a:ext cx="8229600" cy="10972"/>
          </a:xfrm>
          <a:prstGeom prst="rect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4782312"/>
            <a:ext cx="6309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[Source / adapted from URL]</a:t>
            </a:r>
          </a:p>
        </p:txBody>
      </p:sp>
      <p:pic>
        <p:nvPicPr>
          <p:cNvPr id="23" name="Picture 22" descr="vllm-omni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2631" y="4800600"/>
            <a:ext cx="1078992" cy="1961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540496" y="4782312"/>
            <a:ext cx="1828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19456"/>
            <a:ext cx="42062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B82F6"/>
                </a:solidFill>
                <a:latin typeface="Arial"/>
              </a:rPr>
              <a:t>BLANK 05  ·  ARCHITECTURE / DIAGRAM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75488" y="448056"/>
            <a:ext cx="54864" cy="39319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411480"/>
            <a:ext cx="80650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172033"/>
                </a:solidFill>
                <a:latin typeface="Arial"/>
              </a:rPr>
              <a:t>[Architecture or process title]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172033"/>
                </a:solidFill>
                <a:latin typeface="Arial"/>
              </a:rPr>
              <a:t>[One-sentence takeaway]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72768"/>
            <a:ext cx="1389888" cy="129844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572768"/>
            <a:ext cx="1389888" cy="8229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810512"/>
            <a:ext cx="11521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B82F6"/>
                </a:solidFill>
                <a:latin typeface="Arial"/>
              </a:rPr>
              <a:t>[STAGE 1]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4"/>
            <a:ext cx="11521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[Node]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551176"/>
            <a:ext cx="11521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[Role / output]</a:t>
            </a:r>
          </a:p>
        </p:txBody>
      </p:sp>
      <p:sp>
        <p:nvSpPr>
          <p:cNvPr id="11" name="Chevron 10"/>
          <p:cNvSpPr/>
          <p:nvPr/>
        </p:nvSpPr>
        <p:spPr>
          <a:xfrm>
            <a:off x="1984248" y="2103120"/>
            <a:ext cx="201168" cy="274320"/>
          </a:xfrm>
          <a:prstGeom prst="chevron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295144" y="1572768"/>
            <a:ext cx="1389888" cy="129844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45B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95144" y="1572768"/>
            <a:ext cx="1389888" cy="82296"/>
          </a:xfrm>
          <a:prstGeom prst="rect">
            <a:avLst/>
          </a:prstGeom>
          <a:solidFill>
            <a:srgbClr val="45B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14015" y="1810512"/>
            <a:ext cx="11521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45B7E8"/>
                </a:solidFill>
                <a:latin typeface="Arial"/>
              </a:rPr>
              <a:t>[STAGE 2]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14015" y="2112264"/>
            <a:ext cx="11521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[Node]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14015" y="2551176"/>
            <a:ext cx="11521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[Role / output]</a:t>
            </a:r>
          </a:p>
        </p:txBody>
      </p:sp>
      <p:sp>
        <p:nvSpPr>
          <p:cNvPr id="17" name="Chevron 16"/>
          <p:cNvSpPr/>
          <p:nvPr/>
        </p:nvSpPr>
        <p:spPr>
          <a:xfrm>
            <a:off x="3776471" y="2103120"/>
            <a:ext cx="201168" cy="274320"/>
          </a:xfrm>
          <a:prstGeom prst="chevron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087368" y="1572768"/>
            <a:ext cx="1389888" cy="129844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087368" y="1572768"/>
            <a:ext cx="1389888" cy="8229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6240" y="1810512"/>
            <a:ext cx="11521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5A623"/>
                </a:solidFill>
                <a:latin typeface="Arial"/>
              </a:rPr>
              <a:t>[STAGE 3]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2112264"/>
            <a:ext cx="11521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[Node]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06240" y="2551176"/>
            <a:ext cx="11521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[Role / output]</a:t>
            </a:r>
          </a:p>
        </p:txBody>
      </p:sp>
      <p:sp>
        <p:nvSpPr>
          <p:cNvPr id="23" name="Chevron 22"/>
          <p:cNvSpPr/>
          <p:nvPr/>
        </p:nvSpPr>
        <p:spPr>
          <a:xfrm>
            <a:off x="5568696" y="2103120"/>
            <a:ext cx="201168" cy="274320"/>
          </a:xfrm>
          <a:prstGeom prst="chevron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879592" y="1572768"/>
            <a:ext cx="1389888" cy="129844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45B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879592" y="1572768"/>
            <a:ext cx="1389888" cy="82296"/>
          </a:xfrm>
          <a:prstGeom prst="rect">
            <a:avLst/>
          </a:prstGeom>
          <a:solidFill>
            <a:srgbClr val="45B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98464" y="1810512"/>
            <a:ext cx="11521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45B7E8"/>
                </a:solidFill>
                <a:latin typeface="Arial"/>
              </a:rPr>
              <a:t>[STAGE 4]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98464" y="2112264"/>
            <a:ext cx="11521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[Node]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98464" y="2551176"/>
            <a:ext cx="11521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[Role / output]</a:t>
            </a:r>
          </a:p>
        </p:txBody>
      </p:sp>
      <p:sp>
        <p:nvSpPr>
          <p:cNvPr id="29" name="Chevron 28"/>
          <p:cNvSpPr/>
          <p:nvPr/>
        </p:nvSpPr>
        <p:spPr>
          <a:xfrm>
            <a:off x="7360919" y="2103120"/>
            <a:ext cx="201168" cy="274320"/>
          </a:xfrm>
          <a:prstGeom prst="chevron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671816" y="1572768"/>
            <a:ext cx="1389888" cy="129844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7C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71816" y="1572768"/>
            <a:ext cx="1389888" cy="82296"/>
          </a:xfrm>
          <a:prstGeom prst="rect">
            <a:avLst/>
          </a:prstGeom>
          <a:solidFill>
            <a:srgbClr val="7C4D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90688" y="1810512"/>
            <a:ext cx="11521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7C4DCC"/>
                </a:solidFill>
                <a:latin typeface="Arial"/>
              </a:rPr>
              <a:t>[STAGE 5]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90688" y="2112264"/>
            <a:ext cx="11521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[Node]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90688" y="2551176"/>
            <a:ext cx="11521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[Role / output]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3236976"/>
            <a:ext cx="8138160" cy="1005840"/>
          </a:xfrm>
          <a:prstGeom prst="roundRect">
            <a:avLst/>
          </a:prstGeom>
          <a:solidFill>
            <a:srgbClr val="0D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2376" y="3456432"/>
            <a:ext cx="16824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5A623"/>
                </a:solidFill>
                <a:latin typeface="Arial"/>
              </a:rPr>
              <a:t>SUPPORTING BAND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" y="3767328"/>
            <a:ext cx="72969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[Cross-cutting concern, boundary, or annotation]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681728"/>
            <a:ext cx="8229600" cy="10972"/>
          </a:xfrm>
          <a:prstGeom prst="rect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5488" y="4782312"/>
            <a:ext cx="6309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[Source / adapted from URL]</a:t>
            </a:r>
          </a:p>
        </p:txBody>
      </p:sp>
      <p:pic>
        <p:nvPicPr>
          <p:cNvPr id="40" name="Picture 39" descr="vllm-omni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2631" y="4800600"/>
            <a:ext cx="1078992" cy="19618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540496" y="4782312"/>
            <a:ext cx="1828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19456"/>
            <a:ext cx="42062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B82F6"/>
                </a:solidFill>
                <a:latin typeface="Arial"/>
              </a:rPr>
              <a:t>BLANK 06  ·  EVIDENCE / SOURCE FIGURE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75488" y="448056"/>
            <a:ext cx="54864" cy="39319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411480"/>
            <a:ext cx="80650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172033"/>
                </a:solidFill>
                <a:latin typeface="Arial"/>
              </a:rPr>
              <a:t>[Evidence claim or figure title]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4937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5E6B7A"/>
                </a:solidFill>
                <a:latin typeface="Arial"/>
              </a:rPr>
              <a:t>[METRIC / UNIT / COMPARISON DIRECTION]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5376672" cy="2688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81912"/>
            <a:ext cx="501091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B82F6"/>
                </a:solidFill>
                <a:latin typeface="Arial"/>
              </a:rPr>
              <a:t>SOURCE FIGURE / CHART / TABLE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473659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5E6B7A"/>
                </a:solidFill>
                <a:latin typeface="Arial"/>
              </a:rPr>
              <a:t>[Insert original figure — fit and preserve aspect ratio]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261104"/>
            <a:ext cx="5376672" cy="256032"/>
          </a:xfrm>
          <a:prstGeom prst="round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4315968"/>
            <a:ext cx="51572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[Caption  ·  Source or Adapted from URL]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417320"/>
            <a:ext cx="2514600" cy="1261872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1618488"/>
            <a:ext cx="21122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[Conclusion 1]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7648" y="2057400"/>
            <a:ext cx="2112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[What the audience should notice]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2843784"/>
            <a:ext cx="2514600" cy="1261872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3044952"/>
            <a:ext cx="21122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[Conclusion 2]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7648" y="3483863"/>
            <a:ext cx="2112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[Why the evidence matters]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681728"/>
            <a:ext cx="8229600" cy="10972"/>
          </a:xfrm>
          <a:prstGeom prst="rect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4782312"/>
            <a:ext cx="6309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[Source / adapted from URL]</a:t>
            </a:r>
          </a:p>
        </p:txBody>
      </p:sp>
      <p:pic>
        <p:nvPicPr>
          <p:cNvPr id="19" name="Picture 18" descr="vllm-omni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2631" y="4800600"/>
            <a:ext cx="1078992" cy="1961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540496" y="4782312"/>
            <a:ext cx="1828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19456"/>
            <a:ext cx="42062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B82F6"/>
                </a:solidFill>
                <a:latin typeface="Arial"/>
              </a:rPr>
              <a:t>BLANK 07  ·  ROADMAP / STATUS</a:t>
            </a:r>
          </a:p>
        </p:txBody>
      </p:sp>
      <p:sp>
        <p:nvSpPr>
          <p:cNvPr id="3" name="Rectangle 2"/>
          <p:cNvSpPr/>
          <p:nvPr/>
        </p:nvSpPr>
        <p:spPr>
          <a:xfrm>
            <a:off x="475488" y="448056"/>
            <a:ext cx="54864" cy="39319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411480"/>
            <a:ext cx="80650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172033"/>
                </a:solidFill>
                <a:latin typeface="Arial"/>
              </a:rPr>
              <a:t>[Roadmap or status title]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8138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172033"/>
                </a:solidFill>
                <a:latin typeface="Arial"/>
              </a:rPr>
              <a:t>[One-sentence takeaway]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90472"/>
            <a:ext cx="2560320" cy="242316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90472"/>
            <a:ext cx="2560320" cy="8229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19072"/>
            <a:ext cx="21945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B82F6"/>
                </a:solidFill>
                <a:latin typeface="Arial"/>
              </a:rPr>
              <a:t>[PHASE 1]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11679"/>
            <a:ext cx="2194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[Phase title]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816352"/>
            <a:ext cx="274320" cy="27432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71216"/>
            <a:ext cx="2743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" y="2834640"/>
            <a:ext cx="17556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72033"/>
                </a:solidFill>
                <a:latin typeface="Arial"/>
              </a:rPr>
              <a:t>[Item]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19856"/>
            <a:ext cx="274320" cy="27432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474720"/>
            <a:ext cx="2743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" y="3438144"/>
            <a:ext cx="17556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72033"/>
                </a:solidFill>
                <a:latin typeface="Arial"/>
              </a:rPr>
              <a:t>[Item]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91840" y="1490472"/>
            <a:ext cx="2560320" cy="242316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91840" y="1490472"/>
            <a:ext cx="2560320" cy="8229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1719072"/>
            <a:ext cx="21945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5A623"/>
                </a:solidFill>
                <a:latin typeface="Arial"/>
              </a:rPr>
              <a:t>[PHASE 2]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2011679"/>
            <a:ext cx="2194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[Phase title]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74720" y="2816352"/>
            <a:ext cx="274320" cy="274320"/>
          </a:xfrm>
          <a:prstGeom prst="round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0" y="2871216"/>
            <a:ext cx="2743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77056" y="2834640"/>
            <a:ext cx="17556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72033"/>
                </a:solidFill>
                <a:latin typeface="Arial"/>
              </a:rPr>
              <a:t>[Item]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74720" y="3419856"/>
            <a:ext cx="274320" cy="274320"/>
          </a:xfrm>
          <a:prstGeom prst="round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74720" y="3474720"/>
            <a:ext cx="2743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77056" y="3438144"/>
            <a:ext cx="17556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72033"/>
                </a:solidFill>
                <a:latin typeface="Arial"/>
              </a:rPr>
              <a:t>[Item]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80760" y="1490472"/>
            <a:ext cx="2560320" cy="242316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080760" y="1490472"/>
            <a:ext cx="2560320" cy="82296"/>
          </a:xfrm>
          <a:prstGeom prst="rect">
            <a:avLst/>
          </a:prstGeom>
          <a:solidFill>
            <a:srgbClr val="7C4D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1719072"/>
            <a:ext cx="21945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7C4DCC"/>
                </a:solidFill>
                <a:latin typeface="Arial"/>
              </a:rPr>
              <a:t>[PHASE 3]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2011679"/>
            <a:ext cx="2194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[Phase title]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2816352"/>
            <a:ext cx="274320" cy="274320"/>
          </a:xfrm>
          <a:prstGeom prst="roundRect">
            <a:avLst/>
          </a:prstGeom>
          <a:solidFill>
            <a:srgbClr val="7C4D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2871216"/>
            <a:ext cx="2743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65976" y="2834640"/>
            <a:ext cx="17556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72033"/>
                </a:solidFill>
                <a:latin typeface="Arial"/>
              </a:rPr>
              <a:t>[Item]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63640" y="3419856"/>
            <a:ext cx="274320" cy="274320"/>
          </a:xfrm>
          <a:prstGeom prst="roundRect">
            <a:avLst/>
          </a:prstGeom>
          <a:solidFill>
            <a:srgbClr val="7C4D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474720"/>
            <a:ext cx="2743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65976" y="3438144"/>
            <a:ext cx="17556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72033"/>
                </a:solidFill>
                <a:latin typeface="Arial"/>
              </a:rPr>
              <a:t>[Item]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4123944"/>
            <a:ext cx="8138160" cy="420624"/>
          </a:xfrm>
          <a:prstGeom prst="roundRect">
            <a:avLst/>
          </a:prstGeom>
          <a:solidFill>
            <a:srgbClr val="0D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4944" y="4242816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5A623"/>
                </a:solidFill>
                <a:latin typeface="Arial"/>
              </a:rPr>
              <a:t>DECISION / RISK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48840" y="4206240"/>
            <a:ext cx="614476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[Decision, dependency, or risk statement]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4681728"/>
            <a:ext cx="8229600" cy="10972"/>
          </a:xfrm>
          <a:prstGeom prst="rect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5488" y="4782312"/>
            <a:ext cx="6309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[Source / owner / date]</a:t>
            </a:r>
          </a:p>
        </p:txBody>
      </p:sp>
      <p:pic>
        <p:nvPicPr>
          <p:cNvPr id="41" name="Picture 40" descr="vllm-omni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2631" y="4800600"/>
            <a:ext cx="1078992" cy="19618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8540496" y="4782312"/>
            <a:ext cx="1828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19456"/>
            <a:ext cx="42062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B82F6"/>
                </a:solidFill>
                <a:latin typeface="Arial"/>
              </a:rPr>
              <a:t>BLANK 08  ·  WHITE CANVAS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75488" y="448056"/>
            <a:ext cx="54864" cy="39319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411480"/>
            <a:ext cx="80650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172033"/>
                </a:solidFill>
                <a:latin typeface="Arial"/>
              </a:rPr>
              <a:t>[Slide title]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4681728"/>
            <a:ext cx="8229600" cy="10972"/>
          </a:xfrm>
          <a:prstGeom prst="rect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4782312"/>
            <a:ext cx="6309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[Source / context if required]</a:t>
            </a:r>
          </a:p>
        </p:txBody>
      </p:sp>
      <p:pic>
        <p:nvPicPr>
          <p:cNvPr id="7" name="Picture 6" descr="vllm-omni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2631" y="4800600"/>
            <a:ext cx="1078992" cy="1961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40496" y="4782312"/>
            <a:ext cx="1828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vLLM-Omni blank presentation template</dc:title>
  <dc:subject>Eight reusable vLLM-Omni layouts</dc:subject>
  <dc:creator>vLLM-Omni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