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310896"/>
            <a:ext cx="1755648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11480"/>
            <a:ext cx="1499616" cy="2726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" y="1115568"/>
            <a:ext cx="513892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[Presentation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49834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[One-sentence subtitle or closing statement]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3017520"/>
            <a:ext cx="658368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3273552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[Presenter / team  ·  Context  ·  Month YYYY]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33872" y="1243584"/>
            <a:ext cx="2798064" cy="2267712"/>
          </a:xfrm>
          <a:prstGeom prst="roundRect">
            <a:avLst/>
          </a:prstGeom>
          <a:solidFill>
            <a:srgbClr val="0D2340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53328" y="1499616"/>
            <a:ext cx="23591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OPTIONAL VISUAL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75104"/>
            <a:ext cx="2176272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[Insert source figure unchanged or editable motif]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4608576"/>
            <a:ext cx="8101583" cy="109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718304"/>
            <a:ext cx="6583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BLANK vLLM-OMNI LAYOUT  ·  DELETE PLACEHOLDERS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310896"/>
            <a:ext cx="1755648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11480"/>
            <a:ext cx="1499616" cy="2726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" y="1207008"/>
            <a:ext cx="4480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[SECTION LABEL]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572768"/>
            <a:ext cx="46634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[One key message]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4434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[One supporting sentence]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1463040"/>
            <a:ext cx="2880360" cy="2212848"/>
          </a:xfrm>
          <a:prstGeom prst="roundRect">
            <a:avLst/>
          </a:prstGeom>
          <a:solidFill>
            <a:srgbClr val="0D2340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0448" y="1719072"/>
            <a:ext cx="23865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OPTIONAL 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0176" y="2185416"/>
            <a:ext cx="21671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[Insert source figure unchanged or semantic visual]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754880"/>
            <a:ext cx="219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03  ·  AGENDA /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[Agenda or summary title]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3856"/>
            <a:ext cx="391363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64008" cy="1389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71016"/>
            <a:ext cx="36027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[01]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3602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360273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6008" y="1133856"/>
            <a:ext cx="400507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36008" y="1133856"/>
            <a:ext cx="64008" cy="1389888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8888" y="1271016"/>
            <a:ext cx="36941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[02]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1536192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1920240"/>
            <a:ext cx="369417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391363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43200"/>
            <a:ext cx="64008" cy="13898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80360"/>
            <a:ext cx="36027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[03]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45536"/>
            <a:ext cx="3602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29584"/>
            <a:ext cx="360273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2743200"/>
            <a:ext cx="400507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36008" y="2743200"/>
            <a:ext cx="64008" cy="1389888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18888" y="2880360"/>
            <a:ext cx="36941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[04]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8888" y="3145536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529584"/>
            <a:ext cx="369417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context if required]</a:t>
            </a:r>
          </a:p>
        </p:txBody>
      </p:sp>
      <p:pic>
        <p:nvPicPr>
          <p:cNvPr id="27" name="Picture 26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04  ·  GENERAL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[Assertion title]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24712"/>
            <a:ext cx="2852928" cy="327355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362456"/>
            <a:ext cx="24323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KEY TAKEAWAY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91640"/>
            <a:ext cx="234086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743200"/>
            <a:ext cx="384048" cy="3108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163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2788920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209544"/>
            <a:ext cx="384048" cy="310896"/>
          </a:xfrm>
          <a:prstGeom prst="round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282696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255263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675887"/>
            <a:ext cx="384048" cy="310896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749039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3721607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9312" y="1124712"/>
            <a:ext cx="5001768" cy="3273552"/>
          </a:xfrm>
          <a:prstGeom prst="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2191" y="1289304"/>
            <a:ext cx="46360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FIGURE / DIAGRAM / 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9352" y="1810512"/>
            <a:ext cx="436168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5E6B7A"/>
                </a:solidFill>
                <a:latin typeface="Arial"/>
              </a:rPr>
              <a:t>[Insert original source figure unchanged]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4041648"/>
            <a:ext cx="44897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[Caption or explanatory note]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URL]</a:t>
            </a:r>
          </a:p>
        </p:txBody>
      </p:sp>
      <p:pic>
        <p:nvPicPr>
          <p:cNvPr id="23" name="Picture 2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05  ·  ARCHITECTURE /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[Architecture or process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1389888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[STAGE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11" name="Chevron 10"/>
          <p:cNvSpPr/>
          <p:nvPr/>
        </p:nvSpPr>
        <p:spPr>
          <a:xfrm>
            <a:off x="1984248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95144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45B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95144" y="1572768"/>
            <a:ext cx="1389888" cy="82296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4015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[STAGE 2]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4015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5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17" name="Chevron 16"/>
          <p:cNvSpPr/>
          <p:nvPr/>
        </p:nvSpPr>
        <p:spPr>
          <a:xfrm>
            <a:off x="3776471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087368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87368" y="1572768"/>
            <a:ext cx="1389888" cy="8229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[STAGE 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23" name="Chevron 22"/>
          <p:cNvSpPr/>
          <p:nvPr/>
        </p:nvSpPr>
        <p:spPr>
          <a:xfrm>
            <a:off x="5568696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879592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45B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79592" y="1572768"/>
            <a:ext cx="1389888" cy="82296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98464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[STAGE 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29" name="Chevron 28"/>
          <p:cNvSpPr/>
          <p:nvPr/>
        </p:nvSpPr>
        <p:spPr>
          <a:xfrm>
            <a:off x="7360919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71816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7C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71816" y="1572768"/>
            <a:ext cx="1389888" cy="82296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90688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[STAGE 5]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236976"/>
            <a:ext cx="8138160" cy="1005840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3456432"/>
            <a:ext cx="16824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SUPPORTING BAND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" y="3767328"/>
            <a:ext cx="72969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[Cross-cutting concern, boundary, or annotation]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URL]</a:t>
            </a:r>
          </a:p>
        </p:txBody>
      </p:sp>
      <p:pic>
        <p:nvPicPr>
          <p:cNvPr id="40" name="Picture 39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06  ·  EVIDENCE / SOURCE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[Evidence claim or figure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5E6B7A"/>
                </a:solidFill>
                <a:latin typeface="Arial"/>
              </a:rPr>
              <a:t>[METRIC / UNIT / COMPARISON DIRECTION]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376672" cy="2688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81912"/>
            <a:ext cx="50109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SOURCE FIGURE / CHART /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7365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5E6B7A"/>
                </a:solidFill>
                <a:latin typeface="Arial"/>
              </a:rPr>
              <a:t>[Insert original figure unchanged — scale proportionally]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61104"/>
            <a:ext cx="5376672" cy="256032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4315968"/>
            <a:ext cx="51572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[Caption  ·  Source URL]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17320"/>
            <a:ext cx="2514600" cy="126187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618488"/>
            <a:ext cx="2112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[Conclusion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57400"/>
            <a:ext cx="2112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[What the audience should notice]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43784"/>
            <a:ext cx="2514600" cy="126187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3044952"/>
            <a:ext cx="2112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[Conclusion 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3483863"/>
            <a:ext cx="2112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[Why the evidence matters]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URL]</a:t>
            </a:r>
          </a:p>
        </p:txBody>
      </p:sp>
      <p:pic>
        <p:nvPicPr>
          <p:cNvPr id="19" name="Picture 18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07  ·  ROADMAP /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[Roadmap or status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90472"/>
            <a:ext cx="256032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[PHASE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16352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19856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1490472"/>
            <a:ext cx="2560320" cy="8229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[PHASE 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2816352"/>
            <a:ext cx="274320" cy="2743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705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3419856"/>
            <a:ext cx="274320" cy="2743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705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80760" y="1490472"/>
            <a:ext cx="2560320" cy="82296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[PHASE 3]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816352"/>
            <a:ext cx="274320" cy="274320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597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419856"/>
            <a:ext cx="274320" cy="274320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597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123944"/>
            <a:ext cx="8138160" cy="420624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42428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DECISION / 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4206240"/>
            <a:ext cx="61447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[Decision, dependency, or risk statement]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owner / date]</a:t>
            </a:r>
          </a:p>
        </p:txBody>
      </p:sp>
      <p:pic>
        <p:nvPicPr>
          <p:cNvPr id="41" name="Picture 40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08  ·  WHITE CANVAS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[Slide title]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context if required]</a:t>
            </a:r>
          </a:p>
        </p:txBody>
      </p:sp>
      <p:pic>
        <p:nvPicPr>
          <p:cNvPr id="7" name="Picture 6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09  · 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[References and further reading]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[Use primary sources and retain version, date, identifier, and status]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62456"/>
            <a:ext cx="8138160" cy="914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62456"/>
            <a:ext cx="64008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7282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[PAPER]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7943" y="1481328"/>
            <a:ext cx="65745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[Paper title]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7943" y="1929384"/>
            <a:ext cx="42245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[Authors  ·  venue  ·  year  ·  DOI or arXiv ID]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29384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B82F6"/>
                </a:solidFill>
                <a:latin typeface="Arial"/>
              </a:rPr>
              <a:t>[Canonical URL]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23160"/>
            <a:ext cx="8138160" cy="914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23160"/>
            <a:ext cx="64008" cy="914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889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[BLOG]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7943" y="2542032"/>
            <a:ext cx="65745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[Blog post title]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37943" y="2990088"/>
            <a:ext cx="42245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[Publisher or team  ·  published or updated YYYY-MM-DD]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90088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B82F6"/>
                </a:solidFill>
                <a:latin typeface="Arial"/>
              </a:rPr>
              <a:t>[Canonical URL]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83864"/>
            <a:ext cx="8138160" cy="914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483864"/>
            <a:ext cx="64008" cy="914400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8496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[PR]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37943" y="3602736"/>
            <a:ext cx="65745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[Pull-request title]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7943" y="4050791"/>
            <a:ext cx="42245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[org/repo  ·  PR #  ·  status  ·  date  ·  commit]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50791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B82F6"/>
                </a:solidFill>
                <a:latin typeface="Arial"/>
              </a:rPr>
              <a:t>[Canonical URL]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[Deck-wide source notes if required]</a:t>
            </a:r>
          </a:p>
        </p:txBody>
      </p:sp>
      <p:pic>
        <p:nvPicPr>
          <p:cNvPr id="26" name="Picture 25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vLLM-Omni blank presentation template</dc:title>
  <dc:subject>Nine reusable vLLM-Omni layouts</dc:subject>
  <dc:creator>vLLM-Omni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