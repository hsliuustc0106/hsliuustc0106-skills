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" y="1115568"/>
            <a:ext cx="513892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[Presentation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4983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[One-sentence subtitle or closing statement]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3017520"/>
            <a:ext cx="658368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273552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[Presenter / team  ·  Context  ·  Month YYYY]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33872" y="1243584"/>
            <a:ext cx="2798064" cy="2267712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499616"/>
            <a:ext cx="2359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VISUAL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75104"/>
            <a:ext cx="217627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unchanged or editable motif]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4608576"/>
            <a:ext cx="8101583" cy="109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718304"/>
            <a:ext cx="6583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BLANK vLLM-OMNI LAYOUT  ·  DELETE PLACEHOLDERS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1207008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[SECTION LABEL]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572768"/>
            <a:ext cx="46634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[One key message]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4434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[One supporting sentence]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463040"/>
            <a:ext cx="2880360" cy="2212848"/>
          </a:xfrm>
          <a:prstGeom prst="roundRect">
            <a:avLst/>
          </a:prstGeom>
          <a:solidFill>
            <a:srgbClr val="0D2340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0448" y="1719072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OPTIONAL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6" y="2185416"/>
            <a:ext cx="21671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[Insert source figure unchanged or semantic visual]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754880"/>
            <a:ext cx="219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03  ·  AGENDA /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[Agenda or summary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3856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64008" cy="1389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71016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[01]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133856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133856"/>
            <a:ext cx="64008" cy="1389888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271016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[02]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53619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920240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[03]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5536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9584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743200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6008" y="2743200"/>
            <a:ext cx="64008" cy="1389888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880360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[04]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1455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[Item heading]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529584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[One supporting line]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27" name="Picture 2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04  ·  GENERAL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[Assertion title]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24712"/>
            <a:ext cx="2852928" cy="3273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62456"/>
            <a:ext cx="24323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KEY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234086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384048" cy="3108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163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788920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9544"/>
            <a:ext cx="384048" cy="310896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282696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255263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75887"/>
            <a:ext cx="384048" cy="310896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721607"/>
            <a:ext cx="17922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[Supporting point]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1124712"/>
            <a:ext cx="5001768" cy="3273552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1" y="1289304"/>
            <a:ext cx="46360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FIGURE / DIAGRAM /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1810512"/>
            <a:ext cx="436168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source figure unchanged]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4041648"/>
            <a:ext cx="44897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[Caption or explanatory note]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23" name="Picture 2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05  ·  ARCHITECTURE /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[Architecture or process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389888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[STAGE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1" name="Chevron 10"/>
          <p:cNvSpPr/>
          <p:nvPr/>
        </p:nvSpPr>
        <p:spPr>
          <a:xfrm>
            <a:off x="1984248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95144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95144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5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5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5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17" name="Chevron 16"/>
          <p:cNvSpPr/>
          <p:nvPr/>
        </p:nvSpPr>
        <p:spPr>
          <a:xfrm>
            <a:off x="3776471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87368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87368" y="1572768"/>
            <a:ext cx="1389888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[STAGE 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3" name="Chevron 22"/>
          <p:cNvSpPr/>
          <p:nvPr/>
        </p:nvSpPr>
        <p:spPr>
          <a:xfrm>
            <a:off x="5568696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79592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79592" y="1572768"/>
            <a:ext cx="1389888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98464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[STAGE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29" name="Chevron 28"/>
          <p:cNvSpPr/>
          <p:nvPr/>
        </p:nvSpPr>
        <p:spPr>
          <a:xfrm>
            <a:off x="7360919" y="2103120"/>
            <a:ext cx="201168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71816" y="1572768"/>
            <a:ext cx="1389888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71816" y="1572768"/>
            <a:ext cx="1389888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1810512"/>
            <a:ext cx="11521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[STAGE 5]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2112264"/>
            <a:ext cx="115214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[Node]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551176"/>
            <a:ext cx="1152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[Role / output]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236976"/>
            <a:ext cx="8138160" cy="100584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3456432"/>
            <a:ext cx="16824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SUPPORTING BAND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" y="3767328"/>
            <a:ext cx="72969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[Cross-cutting concern, boundary, or annotation]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40" name="Picture 39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06  ·  EVIDENCE / SOURCE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[Evidence claim or figure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E6B7A"/>
                </a:solidFill>
                <a:latin typeface="Arial"/>
              </a:rPr>
              <a:t>[METRIC / UNIT / COMPARISON DIRECTION]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376672" cy="2688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81912"/>
            <a:ext cx="50109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SOURCE FIGURE / CHART /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7365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5E6B7A"/>
                </a:solidFill>
                <a:latin typeface="Arial"/>
              </a:rPr>
              <a:t>[Insert original figure unchanged — scale proportionally]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61104"/>
            <a:ext cx="5376672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315968"/>
            <a:ext cx="51572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[Caption  ·  Source URL]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18488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57400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[What the audience should notice]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43784"/>
            <a:ext cx="2514600" cy="126187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044952"/>
            <a:ext cx="2112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[Conclusion 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483863"/>
            <a:ext cx="2112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[Why the evidence matters]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URL]</a:t>
            </a:r>
          </a:p>
        </p:txBody>
      </p:sp>
      <p:pic>
        <p:nvPicPr>
          <p:cNvPr id="19" name="Picture 18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07  ·  ROADMAP /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[Roadmap or status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[One-sentence takeaway]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56032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[PHASE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16352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19856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490472"/>
            <a:ext cx="256032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[PHASE 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816352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419856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705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1490472"/>
            <a:ext cx="256032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[PHASE 3]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[Phase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16352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419856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[Item]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123944"/>
            <a:ext cx="8138160" cy="420624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2428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DECISION /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4206240"/>
            <a:ext cx="6144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[Decision, dependency, or risk statement]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owner / date]</a:t>
            </a:r>
          </a:p>
        </p:txBody>
      </p:sp>
      <p:pic>
        <p:nvPicPr>
          <p:cNvPr id="41" name="Picture 40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BLANK 08  ·  WHITE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[Slide title]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[Source / context if required]</a:t>
            </a:r>
          </a:p>
        </p:txBody>
      </p:sp>
      <p:pic>
        <p:nvPicPr>
          <p:cNvPr id="7" name="Picture 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vLLM-Omni blank presentation template</dc:title>
  <dc:subject>Eight reusable vLLM-Omni layouts</dc:subject>
  <dc:creator>vLLM-Omni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