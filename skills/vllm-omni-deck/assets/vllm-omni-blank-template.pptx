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75488" y="310896"/>
            <a:ext cx="1755648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11480"/>
            <a:ext cx="1499616" cy="2726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" y="1115568"/>
            <a:ext cx="5138928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[Presentation title]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148840"/>
            <a:ext cx="49834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[One-sentence subtitle or closing statement]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3017520"/>
            <a:ext cx="658368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3273552"/>
            <a:ext cx="4754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[Presenter / team  ·  Context  ·  Month YYYY]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33872" y="1243584"/>
            <a:ext cx="2798064" cy="2267712"/>
          </a:xfrm>
          <a:prstGeom prst="roundRect">
            <a:avLst/>
          </a:prstGeom>
          <a:solidFill>
            <a:srgbClr val="0D2340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53328" y="1499616"/>
            <a:ext cx="23591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OPTIONAL VISUAL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75104"/>
            <a:ext cx="2176272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[Insert source figure or editable motif]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4608576"/>
            <a:ext cx="8101583" cy="109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718304"/>
            <a:ext cx="6583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BLANK vLLM-OMNI LAYOUT  ·  DELETE PLACEHOLDERS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75488" y="310896"/>
            <a:ext cx="1755648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11480"/>
            <a:ext cx="1499616" cy="2726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0352" y="1207008"/>
            <a:ext cx="4480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[SECTION LABEL]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572768"/>
            <a:ext cx="46634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[One key message]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44348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[One supporting sentence]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0" y="1463040"/>
            <a:ext cx="2880360" cy="2212848"/>
          </a:xfrm>
          <a:prstGeom prst="roundRect">
            <a:avLst/>
          </a:prstGeom>
          <a:solidFill>
            <a:srgbClr val="0D2340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70448" y="1719072"/>
            <a:ext cx="23865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OPTIONAL FIGURE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0176" y="2185416"/>
            <a:ext cx="21671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[Insert source figure or semantic visual]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754880"/>
            <a:ext cx="2194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03  ·  AGENDA /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[Agenda or summary title]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33856"/>
            <a:ext cx="3913632" cy="138988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33856"/>
            <a:ext cx="64008" cy="13898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71016"/>
            <a:ext cx="36027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[01]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3602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[Item heading]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360273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[One supporting line]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36008" y="1133856"/>
            <a:ext cx="4005072" cy="138988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36008" y="1133856"/>
            <a:ext cx="64008" cy="1389888"/>
          </a:xfrm>
          <a:prstGeom prst="rect">
            <a:avLst/>
          </a:prstGeom>
          <a:solidFill>
            <a:srgbClr val="45B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8888" y="1271016"/>
            <a:ext cx="36941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45B7E8"/>
                </a:solidFill>
                <a:latin typeface="Arial"/>
              </a:rPr>
              <a:t>[02]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8888" y="1536192"/>
            <a:ext cx="3694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[Item heading]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18888" y="1920240"/>
            <a:ext cx="369417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[One supporting line]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43200"/>
            <a:ext cx="3913632" cy="138988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743200"/>
            <a:ext cx="64008" cy="138988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880360"/>
            <a:ext cx="36027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[03]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145536"/>
            <a:ext cx="3602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[Item heading]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529584"/>
            <a:ext cx="360273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[One supporting line]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2743200"/>
            <a:ext cx="4005072" cy="138988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36008" y="2743200"/>
            <a:ext cx="64008" cy="1389888"/>
          </a:xfrm>
          <a:prstGeom prst="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18888" y="2880360"/>
            <a:ext cx="36941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7C4DCC"/>
                </a:solidFill>
                <a:latin typeface="Arial"/>
              </a:rPr>
              <a:t>[04]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18888" y="3145536"/>
            <a:ext cx="3694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[Item heading]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3529584"/>
            <a:ext cx="369417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[One supporting line]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/ context if required]</a:t>
            </a:r>
          </a:p>
        </p:txBody>
      </p:sp>
      <p:pic>
        <p:nvPicPr>
          <p:cNvPr id="27" name="Picture 26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04  ·  GENERAL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[Assertion title]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24712"/>
            <a:ext cx="2852928" cy="327355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362456"/>
            <a:ext cx="24323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KEY TAKEAWAY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91640"/>
            <a:ext cx="234086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[One-sentence takeaway]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743200"/>
            <a:ext cx="384048" cy="31089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8163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2788920"/>
            <a:ext cx="17922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72033"/>
                </a:solidFill>
                <a:latin typeface="Arial"/>
              </a:rPr>
              <a:t>[Supporting point]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209544"/>
            <a:ext cx="384048" cy="310896"/>
          </a:xfrm>
          <a:prstGeom prst="roundRect">
            <a:avLst/>
          </a:prstGeom>
          <a:solidFill>
            <a:srgbClr val="45B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282696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3255263"/>
            <a:ext cx="17922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72033"/>
                </a:solidFill>
                <a:latin typeface="Arial"/>
              </a:rPr>
              <a:t>[Supporting point]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675887"/>
            <a:ext cx="384048" cy="310896"/>
          </a:xfrm>
          <a:prstGeom prst="round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749039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3584" y="3721607"/>
            <a:ext cx="17922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72033"/>
                </a:solidFill>
                <a:latin typeface="Arial"/>
              </a:rPr>
              <a:t>[Supporting point]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39312" y="1124712"/>
            <a:ext cx="5001768" cy="3273552"/>
          </a:xfrm>
          <a:prstGeom prst="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2191" y="1289304"/>
            <a:ext cx="46360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FIGURE / DIAGRAM / 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9352" y="1810512"/>
            <a:ext cx="436168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5E6B7A"/>
                </a:solidFill>
                <a:latin typeface="Arial"/>
              </a:rPr>
              <a:t>[Insert original source figure or editable visual]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5344" y="4041648"/>
            <a:ext cx="44897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[Caption or explanatory note]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/ adapted from URL]</a:t>
            </a:r>
          </a:p>
        </p:txBody>
      </p:sp>
      <p:pic>
        <p:nvPicPr>
          <p:cNvPr id="23" name="Picture 22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05  ·  ARCHITECTURE /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[Architecture or process title]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172033"/>
                </a:solidFill>
                <a:latin typeface="Arial"/>
              </a:rPr>
              <a:t>[One-sentence takeaway]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72768"/>
            <a:ext cx="1389888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1389888" cy="8229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810512"/>
            <a:ext cx="11521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[STAGE 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4"/>
            <a:ext cx="11521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[Node]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551176"/>
            <a:ext cx="1152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[Role / output]</a:t>
            </a:r>
          </a:p>
        </p:txBody>
      </p:sp>
      <p:sp>
        <p:nvSpPr>
          <p:cNvPr id="11" name="Chevron 10"/>
          <p:cNvSpPr/>
          <p:nvPr/>
        </p:nvSpPr>
        <p:spPr>
          <a:xfrm>
            <a:off x="1984248" y="2103120"/>
            <a:ext cx="201168" cy="27432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95144" y="1572768"/>
            <a:ext cx="1389888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45B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95144" y="1572768"/>
            <a:ext cx="1389888" cy="82296"/>
          </a:xfrm>
          <a:prstGeom prst="rect">
            <a:avLst/>
          </a:prstGeom>
          <a:solidFill>
            <a:srgbClr val="45B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14015" y="1810512"/>
            <a:ext cx="11521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45B7E8"/>
                </a:solidFill>
                <a:latin typeface="Arial"/>
              </a:rPr>
              <a:t>[STAGE 2]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4015" y="2112264"/>
            <a:ext cx="11521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[Node]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4015" y="2551176"/>
            <a:ext cx="1152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[Role / output]</a:t>
            </a:r>
          </a:p>
        </p:txBody>
      </p:sp>
      <p:sp>
        <p:nvSpPr>
          <p:cNvPr id="17" name="Chevron 16"/>
          <p:cNvSpPr/>
          <p:nvPr/>
        </p:nvSpPr>
        <p:spPr>
          <a:xfrm>
            <a:off x="3776471" y="2103120"/>
            <a:ext cx="201168" cy="27432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087368" y="1572768"/>
            <a:ext cx="1389888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87368" y="1572768"/>
            <a:ext cx="1389888" cy="8229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1810512"/>
            <a:ext cx="11521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[STAGE 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2112264"/>
            <a:ext cx="11521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[Node]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2551176"/>
            <a:ext cx="1152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[Role / output]</a:t>
            </a:r>
          </a:p>
        </p:txBody>
      </p:sp>
      <p:sp>
        <p:nvSpPr>
          <p:cNvPr id="23" name="Chevron 22"/>
          <p:cNvSpPr/>
          <p:nvPr/>
        </p:nvSpPr>
        <p:spPr>
          <a:xfrm>
            <a:off x="5568696" y="2103120"/>
            <a:ext cx="201168" cy="27432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879592" y="1572768"/>
            <a:ext cx="1389888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45B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79592" y="1572768"/>
            <a:ext cx="1389888" cy="82296"/>
          </a:xfrm>
          <a:prstGeom prst="rect">
            <a:avLst/>
          </a:prstGeom>
          <a:solidFill>
            <a:srgbClr val="45B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98464" y="1810512"/>
            <a:ext cx="11521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45B7E8"/>
                </a:solidFill>
                <a:latin typeface="Arial"/>
              </a:rPr>
              <a:t>[STAGE 4]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98464" y="2112264"/>
            <a:ext cx="11521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[Node]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2551176"/>
            <a:ext cx="1152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[Role / output]</a:t>
            </a:r>
          </a:p>
        </p:txBody>
      </p:sp>
      <p:sp>
        <p:nvSpPr>
          <p:cNvPr id="29" name="Chevron 28"/>
          <p:cNvSpPr/>
          <p:nvPr/>
        </p:nvSpPr>
        <p:spPr>
          <a:xfrm>
            <a:off x="7360919" y="2103120"/>
            <a:ext cx="201168" cy="27432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71816" y="1572768"/>
            <a:ext cx="1389888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7C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71816" y="1572768"/>
            <a:ext cx="1389888" cy="82296"/>
          </a:xfrm>
          <a:prstGeom prst="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90688" y="1810512"/>
            <a:ext cx="11521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7C4DCC"/>
                </a:solidFill>
                <a:latin typeface="Arial"/>
              </a:rPr>
              <a:t>[STAGE 5]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0688" y="2112264"/>
            <a:ext cx="11521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[Node]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90688" y="2551176"/>
            <a:ext cx="1152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[Role / output]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3236976"/>
            <a:ext cx="8138160" cy="1005840"/>
          </a:xfrm>
          <a:prstGeom prst="roundRect">
            <a:avLst/>
          </a:prstGeom>
          <a:solidFill>
            <a:srgbClr val="0D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" y="3456432"/>
            <a:ext cx="16824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SUPPORTING BAND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" y="3767328"/>
            <a:ext cx="72969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[Cross-cutting concern, boundary, or annotation]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/ adapted from URL]</a:t>
            </a:r>
          </a:p>
        </p:txBody>
      </p:sp>
      <p:pic>
        <p:nvPicPr>
          <p:cNvPr id="40" name="Picture 39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06  ·  EVIDENCE / SOURCE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[Evidence claim or figure title]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5E6B7A"/>
                </a:solidFill>
                <a:latin typeface="Arial"/>
              </a:rPr>
              <a:t>[METRIC / UNIT / COMPARISON DIRECTION]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376672" cy="2688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81912"/>
            <a:ext cx="50109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SOURCE FIGURE / CHART /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73659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5E6B7A"/>
                </a:solidFill>
                <a:latin typeface="Arial"/>
              </a:rPr>
              <a:t>[Insert original figure — fit and preserve aspect ratio]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261104"/>
            <a:ext cx="5376672" cy="256032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4315968"/>
            <a:ext cx="51572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[Caption  ·  Source or Adapted from URL]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417320"/>
            <a:ext cx="2514600" cy="126187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618488"/>
            <a:ext cx="21122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[Conclusion 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57400"/>
            <a:ext cx="2112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[What the audience should notice]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843784"/>
            <a:ext cx="2514600" cy="126187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3044952"/>
            <a:ext cx="21122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[Conclusion 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3483863"/>
            <a:ext cx="2112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[Why the evidence matters]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/ adapted from URL]</a:t>
            </a:r>
          </a:p>
        </p:txBody>
      </p:sp>
      <p:pic>
        <p:nvPicPr>
          <p:cNvPr id="19" name="Picture 18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07  ·  ROADMAP /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[Roadmap or status title]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8138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172033"/>
                </a:solidFill>
                <a:latin typeface="Arial"/>
              </a:rPr>
              <a:t>[One-sentence takeaway]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90472"/>
            <a:ext cx="2560320" cy="242316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90472"/>
            <a:ext cx="2560320" cy="8229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19072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[PHASE 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79"/>
            <a:ext cx="2194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[Phase title]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16352"/>
            <a:ext cx="274320" cy="2743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71216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2834640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19856"/>
            <a:ext cx="274320" cy="2743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474720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438144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1490472"/>
            <a:ext cx="2560320" cy="242316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1490472"/>
            <a:ext cx="2560320" cy="8229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719072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[PHASE 2]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011679"/>
            <a:ext cx="2194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[Phase title]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74720" y="2816352"/>
            <a:ext cx="274320" cy="27432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871216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77056" y="2834640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0" y="3419856"/>
            <a:ext cx="274320" cy="27432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0" y="3474720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77056" y="3438144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0760" y="1490472"/>
            <a:ext cx="2560320" cy="242316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80760" y="1490472"/>
            <a:ext cx="2560320" cy="82296"/>
          </a:xfrm>
          <a:prstGeom prst="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1719072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7C4DCC"/>
                </a:solidFill>
                <a:latin typeface="Arial"/>
              </a:rPr>
              <a:t>[PHASE 3]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2011679"/>
            <a:ext cx="2194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[Phase title]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816352"/>
            <a:ext cx="274320" cy="274320"/>
          </a:xfrm>
          <a:prstGeom prst="round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2871216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5976" y="2834640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3419856"/>
            <a:ext cx="274320" cy="274320"/>
          </a:xfrm>
          <a:prstGeom prst="round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474720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65976" y="3438144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4123944"/>
            <a:ext cx="8138160" cy="420624"/>
          </a:xfrm>
          <a:prstGeom prst="roundRect">
            <a:avLst/>
          </a:prstGeom>
          <a:solidFill>
            <a:srgbClr val="0D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424281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DECISION / RISK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48840" y="4206240"/>
            <a:ext cx="61447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[Decision, dependency, or risk statement]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/ owner / date]</a:t>
            </a:r>
          </a:p>
        </p:txBody>
      </p:sp>
      <p:pic>
        <p:nvPicPr>
          <p:cNvPr id="41" name="Picture 40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vLLM-Omni blank presentation template</dc:title>
  <dc:subject>Seven blank reusable vLLM-Omni layouts</dc:subject>
  <dc:creator>vLLM-Omni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