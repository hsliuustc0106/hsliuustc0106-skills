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34.xml" ContentType="application/vnd.openxmlformats-officedocument.presentationml.slide+xml"/>
  <Override PartName="/ppt/slides/slide42.xml" ContentType="application/vnd.openxmlformats-officedocument.presentationml.slide+xml"/>
  <Override PartName="/ppt/slides/slide4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  <p:sldMasterId id="2147483661" r:id="rId6"/>
    <p:sldMasterId id="2147483673" r:id="rId7"/>
    <p:sldMasterId id="2147483686" r:id="rId8"/>
  </p:sldMasterIdLst>
  <p:notesMasterIdLst>
    <p:notesMasterId r:id="rId9"/>
  </p:notesMasterIdLst>
  <p:sldIdLst>
    <p:sldId id="256" r:id="rId10"/>
    <p:sldId id="289" r:id="rId43"/>
    <p:sldId id="264" r:id="rId18"/>
    <p:sldId id="297" r:id="rId51"/>
    <p:sldId id="300" r:id="rId54"/>
  </p:sldIdLst>
  <p:sldSz cy="5143500" cx="9144000"/>
  <p:notesSz cx="6858000" cy="9144000"/>
  <p:embeddedFontLst>
    <p:embeddedFont>
      <p:font typeface="Poppins"/>
      <p:regular r:id="rId55"/>
      <p:bold r:id="rId56"/>
      <p:italic r:id="rId57"/>
      <p:boldItalic r:id="rId58"/>
    </p:embeddedFont>
    <p:embeddedFont>
      <p:font typeface="Lexend"/>
      <p:regular r:id="rId59"/>
      <p:bold r:id="rId60"/>
    </p:embeddedFont>
    <p:embeddedFont>
      <p:font typeface="Mona Sans"/>
      <p:regular r:id="rId61"/>
      <p:bold r:id="rId62"/>
      <p:italic r:id="rId63"/>
      <p:boldItalic r:id="rId6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65" roundtripDataSignature="AMtx7mjk49fU9VoNo5SHLPzArliFzB/z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B8B9359-9EB7-4E2F-ADF7-650C0D749B16}">
  <a:tblStyle styleId="{5B8B9359-9EB7-4E2F-ADF7-650C0D749B1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FD78B3ED-F74E-4991-B72F-C2F8A367AB2D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8" Type="http://schemas.openxmlformats.org/officeDocument/2006/relationships/slide" Target="slides/slide9.xml"/><Relationship Id="rId43" Type="http://schemas.openxmlformats.org/officeDocument/2006/relationships/slide" Target="slides/slide34.xml"/><Relationship Id="rId51" Type="http://schemas.openxmlformats.org/officeDocument/2006/relationships/slide" Target="slides/slide42.xml"/><Relationship Id="rId54" Type="http://schemas.openxmlformats.org/officeDocument/2006/relationships/slide" Target="slides/slide45.xml"/><Relationship Id="rId55" Type="http://schemas.openxmlformats.org/officeDocument/2006/relationships/font" Target="fonts/Poppins-regular.fntdata"/><Relationship Id="rId56" Type="http://schemas.openxmlformats.org/officeDocument/2006/relationships/font" Target="fonts/Poppins-bold.fntdata"/><Relationship Id="rId57" Type="http://schemas.openxmlformats.org/officeDocument/2006/relationships/font" Target="fonts/Poppins-italic.fntdata"/><Relationship Id="rId58" Type="http://schemas.openxmlformats.org/officeDocument/2006/relationships/font" Target="fonts/Poppins-boldItalic.fntdata"/><Relationship Id="rId59" Type="http://schemas.openxmlformats.org/officeDocument/2006/relationships/font" Target="fonts/Lexend-regular.fntdata"/><Relationship Id="rId60" Type="http://schemas.openxmlformats.org/officeDocument/2006/relationships/font" Target="fonts/Lexend-bold.fntdata"/><Relationship Id="rId61" Type="http://schemas.openxmlformats.org/officeDocument/2006/relationships/font" Target="fonts/MonaSans-regular.fntdata"/><Relationship Id="rId62" Type="http://schemas.openxmlformats.org/officeDocument/2006/relationships/font" Target="fonts/MonaSans-bold.fntdata"/><Relationship Id="rId63" Type="http://schemas.openxmlformats.org/officeDocument/2006/relationships/font" Target="fonts/MonaSans-italic.fntdata"/><Relationship Id="rId64" Type="http://schemas.openxmlformats.org/officeDocument/2006/relationships/font" Target="fonts/MonaSans-boldItalic.fntdata"/><Relationship Id="rId65" Type="http://customschemas.google.com/relationships/presentationmetadata" Target="meta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4285F4"/>
            </a:solidFill>
            <a:ln>
              <a:solidFill>
                <a:srgbClr val="4285F4"/>
              </a:solidFill>
            </a:ln>
          </c:spPr>
          <c:cat>
            <c:strRef>
              <c:f>Sheet1!$A$2:$A$4</c:f>
              <c:strCache>
                <c:ptCount val="3"/>
                <c:pt idx="0">
                  <c:v>Option A</c:v>
                </c:pt>
                <c:pt idx="1">
                  <c:v>Option B</c:v>
                </c:pt>
                <c:pt idx="2">
                  <c:v>Option 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64</c:v>
                </c:pt>
                <c:pt idx="1">
                  <c:v>78</c:v>
                </c:pt>
                <c:pt idx="2">
                  <c:v>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Improved</c:v>
                </c:pt>
              </c:strCache>
            </c:strRef>
          </c:tx>
          <c:spPr>
            <a:solidFill>
              <a:srgbClr val="FFAB40"/>
            </a:solidFill>
            <a:ln>
              <a:solidFill>
                <a:srgbClr val="FFAB40"/>
              </a:solidFill>
            </a:ln>
          </c:spPr>
          <c:cat>
            <c:strRef>
              <c:f>Sheet1!$A$2:$A$4</c:f>
              <c:strCache>
                <c:ptCount val="3"/>
                <c:pt idx="0">
                  <c:v>Option A</c:v>
                </c:pt>
                <c:pt idx="1">
                  <c:v>Option B</c:v>
                </c:pt>
                <c:pt idx="2">
                  <c:v>Option 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82</c:v>
                </c:pt>
                <c:pt idx="1">
                  <c:v>91</c:v>
                </c:pt>
                <c:pt idx="2">
                  <c:v>87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rial"/>
              </a:defRPr>
            </a:pPr>
          </a:p>
        </c:txPr>
        <c:crossAx val="-2068027336"/>
        <c:crosses val="autoZero"/>
        <c:majorUnit val="20.0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1" name="Google Shape;97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p9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4" name="Google Shape;108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2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7" name="Google Shape;17;p29"/>
          <p:cNvGrpSpPr/>
          <p:nvPr/>
        </p:nvGrpSpPr>
        <p:grpSpPr>
          <a:xfrm>
            <a:off x="6528600" y="4725672"/>
            <a:ext cx="2552895" cy="326886"/>
            <a:chOff x="6595212" y="4786956"/>
            <a:chExt cx="2552895" cy="326886"/>
          </a:xfrm>
        </p:grpSpPr>
        <p:pic>
          <p:nvPicPr>
            <p:cNvPr id="18" name="Google Shape;18;p2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6595212" y="4786956"/>
              <a:ext cx="788100" cy="32688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9" name="Google Shape;19;p29"/>
            <p:cNvCxnSpPr/>
            <p:nvPr/>
          </p:nvCxnSpPr>
          <p:spPr>
            <a:xfrm>
              <a:off x="7437416" y="4786956"/>
              <a:ext cx="0" cy="301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20" name="Google Shape;20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491519" y="4786956"/>
              <a:ext cx="1656588" cy="301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0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" name="Google Shape;23;p30"/>
          <p:cNvSpPr txBox="1"/>
          <p:nvPr>
            <p:ph idx="1" type="body"/>
          </p:nvPr>
        </p:nvSpPr>
        <p:spPr>
          <a:xfrm>
            <a:off x="311700" y="9238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" name="Google Shape;24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5" name="Google Shape;25;p30"/>
          <p:cNvGrpSpPr/>
          <p:nvPr/>
        </p:nvGrpSpPr>
        <p:grpSpPr>
          <a:xfrm>
            <a:off x="6528600" y="4725672"/>
            <a:ext cx="2552895" cy="326886"/>
            <a:chOff x="6595212" y="4786956"/>
            <a:chExt cx="2552895" cy="326886"/>
          </a:xfrm>
        </p:grpSpPr>
        <p:pic>
          <p:nvPicPr>
            <p:cNvPr id="26" name="Google Shape;26;p3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6595212" y="4786956"/>
              <a:ext cx="788100" cy="32688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7" name="Google Shape;27;p30"/>
            <p:cNvCxnSpPr/>
            <p:nvPr/>
          </p:nvCxnSpPr>
          <p:spPr>
            <a:xfrm>
              <a:off x="7437416" y="4786956"/>
              <a:ext cx="0" cy="301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28" name="Google Shape;28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491519" y="4786956"/>
              <a:ext cx="1656588" cy="301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1" name="Google Shape;31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5" name="Google Shape;45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6" name="Google Shape;46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0" name="Google Shape;50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3" name="Google Shape;53;p4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5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2"/>
          <p:cNvSpPr txBox="1"/>
          <p:nvPr>
            <p:ph type="title"/>
          </p:nvPr>
        </p:nvSpPr>
        <p:spPr>
          <a:xfrm>
            <a:off x="311700" y="287300"/>
            <a:ext cx="8520600" cy="9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" name="Google Shape;59;p42"/>
          <p:cNvSpPr txBox="1"/>
          <p:nvPr>
            <p:ph idx="1" type="body"/>
          </p:nvPr>
        </p:nvSpPr>
        <p:spPr>
          <a:xfrm>
            <a:off x="311700" y="10940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→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+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᠆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42"/>
          <p:cNvSpPr txBox="1"/>
          <p:nvPr>
            <p:ph idx="12" type="sldNum"/>
          </p:nvPr>
        </p:nvSpPr>
        <p:spPr>
          <a:xfrm>
            <a:off x="8595308" y="4827467"/>
            <a:ext cx="548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4">
  <p:cSld name="TITLE_AND_BODY_4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" name="Google Shape;71;p6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5" name="Google Shape;75;p6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6" name="Google Shape;76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9" name="Google Shape;79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6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3" name="Google Shape;83;p6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4" name="Google Shape;84;p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0" name="Google Shape;90;p7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1" name="Google Shape;91;p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4" name="Google Shape;94;p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7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8" name="Google Shape;98;p7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9" name="Google Shape;99;p7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3" name="Google Shape;103;p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4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106" name="Google Shape;106;p7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7" name="Google Shape;107;p7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9"/>
          <p:cNvSpPr txBox="1"/>
          <p:nvPr>
            <p:ph type="title"/>
          </p:nvPr>
        </p:nvSpPr>
        <p:spPr>
          <a:xfrm>
            <a:off x="628650" y="273846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99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99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99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99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0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00"/>
          <p:cNvSpPr txBox="1"/>
          <p:nvPr>
            <p:ph idx="1" type="body"/>
          </p:nvPr>
        </p:nvSpPr>
        <p:spPr>
          <a:xfrm>
            <a:off x="311700" y="9238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0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3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98"/>
              <a:buFont typeface="Calibri"/>
              <a:buNone/>
              <a:defRPr sz="449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03"/>
          <p:cNvSpPr txBox="1"/>
          <p:nvPr>
            <p:ph idx="1" type="subTitle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799"/>
              <a:buNone/>
              <a:defRPr sz="1799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9"/>
              <a:buNone/>
              <a:defRPr sz="1499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None/>
              <a:defRPr sz="1349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33" name="Google Shape;133;p103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03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03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4"/>
          <p:cNvSpPr txBox="1"/>
          <p:nvPr>
            <p:ph type="title"/>
          </p:nvPr>
        </p:nvSpPr>
        <p:spPr>
          <a:xfrm>
            <a:off x="623887" y="1282306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98"/>
              <a:buFont typeface="Calibri"/>
              <a:buNone/>
              <a:defRPr sz="449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04"/>
          <p:cNvSpPr txBox="1"/>
          <p:nvPr>
            <p:ph idx="1" type="body"/>
          </p:nvPr>
        </p:nvSpPr>
        <p:spPr>
          <a:xfrm>
            <a:off x="623887" y="3442099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799"/>
              <a:buNone/>
              <a:defRPr sz="1799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99"/>
              <a:buNone/>
              <a:defRPr sz="1499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49"/>
              <a:buNone/>
              <a:defRPr sz="1349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9" name="Google Shape;139;p104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104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104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5"/>
          <p:cNvSpPr txBox="1"/>
          <p:nvPr>
            <p:ph type="title"/>
          </p:nvPr>
        </p:nvSpPr>
        <p:spPr>
          <a:xfrm>
            <a:off x="628650" y="273846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105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5" name="Google Shape;145;p105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105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105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105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6"/>
          <p:cNvSpPr txBox="1"/>
          <p:nvPr>
            <p:ph type="title"/>
          </p:nvPr>
        </p:nvSpPr>
        <p:spPr>
          <a:xfrm>
            <a:off x="629841" y="273846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106"/>
          <p:cNvSpPr txBox="1"/>
          <p:nvPr>
            <p:ph idx="1" type="body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799"/>
              <a:buNone/>
              <a:defRPr b="1" sz="1799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9"/>
              <a:buNone/>
              <a:defRPr b="1" sz="1499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None/>
              <a:defRPr b="1" sz="1349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52" name="Google Shape;152;p106"/>
          <p:cNvSpPr txBox="1"/>
          <p:nvPr>
            <p:ph idx="2" type="body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3" name="Google Shape;153;p106"/>
          <p:cNvSpPr txBox="1"/>
          <p:nvPr>
            <p:ph idx="3" type="body"/>
          </p:nvPr>
        </p:nvSpPr>
        <p:spPr>
          <a:xfrm>
            <a:off x="4629151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799"/>
              <a:buNone/>
              <a:defRPr b="1" sz="1799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9"/>
              <a:buNone/>
              <a:defRPr b="1" sz="1499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None/>
              <a:defRPr b="1" sz="1349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54" name="Google Shape;154;p106"/>
          <p:cNvSpPr txBox="1"/>
          <p:nvPr>
            <p:ph idx="4" type="body"/>
          </p:nvPr>
        </p:nvSpPr>
        <p:spPr>
          <a:xfrm>
            <a:off x="4629151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5" name="Google Shape;155;p106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106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106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7"/>
          <p:cNvSpPr txBox="1"/>
          <p:nvPr>
            <p:ph type="title"/>
          </p:nvPr>
        </p:nvSpPr>
        <p:spPr>
          <a:xfrm>
            <a:off x="628650" y="273846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07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07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107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8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108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08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9"/>
          <p:cNvSpPr txBox="1"/>
          <p:nvPr>
            <p:ph type="title"/>
          </p:nvPr>
        </p:nvSpPr>
        <p:spPr>
          <a:xfrm>
            <a:off x="629843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Calibri"/>
              <a:buNone/>
              <a:defRPr sz="2399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109"/>
          <p:cNvSpPr txBox="1"/>
          <p:nvPr>
            <p:ph idx="1" type="body"/>
          </p:nvPr>
        </p:nvSpPr>
        <p:spPr>
          <a:xfrm>
            <a:off x="3887391" y="740571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0936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399"/>
              <a:buChar char="•"/>
              <a:defRPr sz="2399"/>
            </a:lvl1pPr>
            <a:lvl2pPr indent="-361886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99"/>
              <a:buChar char="•"/>
              <a:defRPr sz="2099"/>
            </a:lvl2pPr>
            <a:lvl3pPr indent="-342837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99"/>
              <a:buChar char="•"/>
              <a:defRPr sz="1799"/>
            </a:lvl3pPr>
            <a:lvl4pPr indent="-323787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9"/>
              <a:buChar char="•"/>
              <a:defRPr sz="1499"/>
            </a:lvl4pPr>
            <a:lvl5pPr indent="-323786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9"/>
              <a:buChar char="•"/>
              <a:defRPr sz="1499"/>
            </a:lvl5pPr>
            <a:lvl6pPr indent="-323786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9"/>
              <a:buChar char="•"/>
              <a:defRPr sz="1499"/>
            </a:lvl6pPr>
            <a:lvl7pPr indent="-323786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9"/>
              <a:buChar char="•"/>
              <a:defRPr sz="1499"/>
            </a:lvl7pPr>
            <a:lvl8pPr indent="-323786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9"/>
              <a:buChar char="•"/>
              <a:defRPr sz="1499"/>
            </a:lvl8pPr>
            <a:lvl9pPr indent="-323786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9"/>
              <a:buChar char="•"/>
              <a:defRPr sz="1499"/>
            </a:lvl9pPr>
          </a:lstStyle>
          <a:p/>
        </p:txBody>
      </p:sp>
      <p:sp>
        <p:nvSpPr>
          <p:cNvPr id="170" name="Google Shape;170;p109"/>
          <p:cNvSpPr txBox="1"/>
          <p:nvPr>
            <p:ph idx="2" type="body"/>
          </p:nvPr>
        </p:nvSpPr>
        <p:spPr>
          <a:xfrm>
            <a:off x="629843" y="1543051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171" name="Google Shape;171;p109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109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109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0"/>
          <p:cNvSpPr txBox="1"/>
          <p:nvPr>
            <p:ph type="title"/>
          </p:nvPr>
        </p:nvSpPr>
        <p:spPr>
          <a:xfrm>
            <a:off x="629843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Calibri"/>
              <a:buNone/>
              <a:defRPr sz="2399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110"/>
          <p:cNvSpPr/>
          <p:nvPr>
            <p:ph idx="2" type="pic"/>
          </p:nvPr>
        </p:nvSpPr>
        <p:spPr>
          <a:xfrm>
            <a:off x="3887391" y="740571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77" name="Google Shape;177;p110"/>
          <p:cNvSpPr txBox="1"/>
          <p:nvPr>
            <p:ph idx="1" type="body"/>
          </p:nvPr>
        </p:nvSpPr>
        <p:spPr>
          <a:xfrm>
            <a:off x="629843" y="1543051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178" name="Google Shape;178;p110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110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110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1"/>
          <p:cNvSpPr txBox="1"/>
          <p:nvPr>
            <p:ph type="title"/>
          </p:nvPr>
        </p:nvSpPr>
        <p:spPr>
          <a:xfrm>
            <a:off x="628650" y="273846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111"/>
          <p:cNvSpPr txBox="1"/>
          <p:nvPr>
            <p:ph idx="1" type="body"/>
          </p:nvPr>
        </p:nvSpPr>
        <p:spPr>
          <a:xfrm rot="5400000">
            <a:off x="2940249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4" name="Google Shape;184;p111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111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111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2"/>
          <p:cNvSpPr txBox="1"/>
          <p:nvPr>
            <p:ph type="title"/>
          </p:nvPr>
        </p:nvSpPr>
        <p:spPr>
          <a:xfrm rot="5400000">
            <a:off x="5350075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112"/>
          <p:cNvSpPr txBox="1"/>
          <p:nvPr>
            <p:ph idx="1" type="body"/>
          </p:nvPr>
        </p:nvSpPr>
        <p:spPr>
          <a:xfrm rot="5400000">
            <a:off x="1349574" y="-447079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0" name="Google Shape;190;p112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112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112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2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5" name="Google Shape;205;p102"/>
          <p:cNvSpPr txBox="1"/>
          <p:nvPr>
            <p:ph idx="1" type="body"/>
          </p:nvPr>
        </p:nvSpPr>
        <p:spPr>
          <a:xfrm>
            <a:off x="311700" y="9238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6" name="Google Shape;206;p10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3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98"/>
              <a:buFont typeface="Calibri"/>
              <a:buNone/>
              <a:defRPr sz="449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113"/>
          <p:cNvSpPr txBox="1"/>
          <p:nvPr>
            <p:ph idx="1" type="subTitle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799"/>
              <a:buNone/>
              <a:defRPr sz="1799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9"/>
              <a:buNone/>
              <a:defRPr sz="1499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None/>
              <a:defRPr sz="1349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10" name="Google Shape;210;p113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113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113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4"/>
          <p:cNvSpPr txBox="1"/>
          <p:nvPr>
            <p:ph type="title"/>
          </p:nvPr>
        </p:nvSpPr>
        <p:spPr>
          <a:xfrm>
            <a:off x="623887" y="1282306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98"/>
              <a:buFont typeface="Calibri"/>
              <a:buNone/>
              <a:defRPr sz="449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114"/>
          <p:cNvSpPr txBox="1"/>
          <p:nvPr>
            <p:ph idx="1" type="body"/>
          </p:nvPr>
        </p:nvSpPr>
        <p:spPr>
          <a:xfrm>
            <a:off x="623887" y="3442099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799"/>
              <a:buNone/>
              <a:defRPr sz="1799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499"/>
              <a:buNone/>
              <a:defRPr sz="1499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49"/>
              <a:buNone/>
              <a:defRPr sz="1349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16" name="Google Shape;216;p114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114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114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5"/>
          <p:cNvSpPr txBox="1"/>
          <p:nvPr>
            <p:ph type="title"/>
          </p:nvPr>
        </p:nvSpPr>
        <p:spPr>
          <a:xfrm>
            <a:off x="628650" y="273846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115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2" name="Google Shape;222;p115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3" name="Google Shape;223;p115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115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115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6"/>
          <p:cNvSpPr txBox="1"/>
          <p:nvPr>
            <p:ph type="title"/>
          </p:nvPr>
        </p:nvSpPr>
        <p:spPr>
          <a:xfrm>
            <a:off x="629841" y="273846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116"/>
          <p:cNvSpPr txBox="1"/>
          <p:nvPr>
            <p:ph idx="1" type="body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799"/>
              <a:buNone/>
              <a:defRPr b="1" sz="1799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9"/>
              <a:buNone/>
              <a:defRPr b="1" sz="1499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None/>
              <a:defRPr b="1" sz="1349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229" name="Google Shape;229;p116"/>
          <p:cNvSpPr txBox="1"/>
          <p:nvPr>
            <p:ph idx="2" type="body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0" name="Google Shape;230;p116"/>
          <p:cNvSpPr txBox="1"/>
          <p:nvPr>
            <p:ph idx="3" type="body"/>
          </p:nvPr>
        </p:nvSpPr>
        <p:spPr>
          <a:xfrm>
            <a:off x="4629151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799"/>
              <a:buNone/>
              <a:defRPr b="1" sz="1799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9"/>
              <a:buNone/>
              <a:defRPr b="1" sz="1499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None/>
              <a:defRPr b="1" sz="1349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231" name="Google Shape;231;p116"/>
          <p:cNvSpPr txBox="1"/>
          <p:nvPr>
            <p:ph idx="4" type="body"/>
          </p:nvPr>
        </p:nvSpPr>
        <p:spPr>
          <a:xfrm>
            <a:off x="4629151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2" name="Google Shape;232;p116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116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116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7"/>
          <p:cNvSpPr txBox="1"/>
          <p:nvPr>
            <p:ph type="title"/>
          </p:nvPr>
        </p:nvSpPr>
        <p:spPr>
          <a:xfrm>
            <a:off x="628650" y="273846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117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117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117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8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118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118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19"/>
          <p:cNvSpPr txBox="1"/>
          <p:nvPr>
            <p:ph type="title"/>
          </p:nvPr>
        </p:nvSpPr>
        <p:spPr>
          <a:xfrm>
            <a:off x="629843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Calibri"/>
              <a:buNone/>
              <a:defRPr sz="2399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119"/>
          <p:cNvSpPr txBox="1"/>
          <p:nvPr>
            <p:ph idx="1" type="body"/>
          </p:nvPr>
        </p:nvSpPr>
        <p:spPr>
          <a:xfrm>
            <a:off x="3887391" y="740571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0936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399"/>
              <a:buChar char="•"/>
              <a:defRPr sz="2399"/>
            </a:lvl1pPr>
            <a:lvl2pPr indent="-361886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99"/>
              <a:buChar char="•"/>
              <a:defRPr sz="2099"/>
            </a:lvl2pPr>
            <a:lvl3pPr indent="-342837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99"/>
              <a:buChar char="•"/>
              <a:defRPr sz="1799"/>
            </a:lvl3pPr>
            <a:lvl4pPr indent="-323787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9"/>
              <a:buChar char="•"/>
              <a:defRPr sz="1499"/>
            </a:lvl4pPr>
            <a:lvl5pPr indent="-323786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9"/>
              <a:buChar char="•"/>
              <a:defRPr sz="1499"/>
            </a:lvl5pPr>
            <a:lvl6pPr indent="-323786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9"/>
              <a:buChar char="•"/>
              <a:defRPr sz="1499"/>
            </a:lvl6pPr>
            <a:lvl7pPr indent="-323786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9"/>
              <a:buChar char="•"/>
              <a:defRPr sz="1499"/>
            </a:lvl7pPr>
            <a:lvl8pPr indent="-323786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9"/>
              <a:buChar char="•"/>
              <a:defRPr sz="1499"/>
            </a:lvl8pPr>
            <a:lvl9pPr indent="-323786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9"/>
              <a:buChar char="•"/>
              <a:defRPr sz="1499"/>
            </a:lvl9pPr>
          </a:lstStyle>
          <a:p/>
        </p:txBody>
      </p:sp>
      <p:sp>
        <p:nvSpPr>
          <p:cNvPr id="247" name="Google Shape;247;p119"/>
          <p:cNvSpPr txBox="1"/>
          <p:nvPr>
            <p:ph idx="2" type="body"/>
          </p:nvPr>
        </p:nvSpPr>
        <p:spPr>
          <a:xfrm>
            <a:off x="629843" y="1543051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248" name="Google Shape;248;p119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p119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119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20"/>
          <p:cNvSpPr txBox="1"/>
          <p:nvPr>
            <p:ph type="title"/>
          </p:nvPr>
        </p:nvSpPr>
        <p:spPr>
          <a:xfrm>
            <a:off x="629843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Calibri"/>
              <a:buNone/>
              <a:defRPr sz="2399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120"/>
          <p:cNvSpPr/>
          <p:nvPr>
            <p:ph idx="2" type="pic"/>
          </p:nvPr>
        </p:nvSpPr>
        <p:spPr>
          <a:xfrm>
            <a:off x="3887391" y="740571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254" name="Google Shape;254;p120"/>
          <p:cNvSpPr txBox="1"/>
          <p:nvPr>
            <p:ph idx="1" type="body"/>
          </p:nvPr>
        </p:nvSpPr>
        <p:spPr>
          <a:xfrm>
            <a:off x="629843" y="1543051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255" name="Google Shape;255;p120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120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120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1"/>
          <p:cNvSpPr txBox="1"/>
          <p:nvPr>
            <p:ph type="title"/>
          </p:nvPr>
        </p:nvSpPr>
        <p:spPr>
          <a:xfrm>
            <a:off x="628650" y="273846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121"/>
          <p:cNvSpPr txBox="1"/>
          <p:nvPr>
            <p:ph idx="1" type="body"/>
          </p:nvPr>
        </p:nvSpPr>
        <p:spPr>
          <a:xfrm rot="5400000">
            <a:off x="2940249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1" name="Google Shape;261;p121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121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121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22"/>
          <p:cNvSpPr txBox="1"/>
          <p:nvPr>
            <p:ph type="title"/>
          </p:nvPr>
        </p:nvSpPr>
        <p:spPr>
          <a:xfrm rot="5400000">
            <a:off x="5350075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122"/>
          <p:cNvSpPr txBox="1"/>
          <p:nvPr>
            <p:ph idx="1" type="body"/>
          </p:nvPr>
        </p:nvSpPr>
        <p:spPr>
          <a:xfrm rot="5400000">
            <a:off x="1349574" y="-447079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7" name="Google Shape;267;p122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122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122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theme" Target="../theme/theme3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5.xml"/><Relationship Id="rId15" Type="http://schemas.openxmlformats.org/officeDocument/2006/relationships/theme" Target="../theme/theme1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46.xml"/><Relationship Id="rId1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9" name="Google Shape;9;p28"/>
          <p:cNvGrpSpPr/>
          <p:nvPr/>
        </p:nvGrpSpPr>
        <p:grpSpPr>
          <a:xfrm>
            <a:off x="6528600" y="4725672"/>
            <a:ext cx="2552895" cy="326886"/>
            <a:chOff x="6595212" y="4786956"/>
            <a:chExt cx="2552895" cy="326886"/>
          </a:xfrm>
        </p:grpSpPr>
        <p:pic>
          <p:nvPicPr>
            <p:cNvPr id="10" name="Google Shape;10;p28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6595212" y="4786956"/>
              <a:ext cx="788100" cy="32688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1" name="Google Shape;11;p28"/>
            <p:cNvCxnSpPr/>
            <p:nvPr/>
          </p:nvCxnSpPr>
          <p:spPr>
            <a:xfrm>
              <a:off x="7437416" y="4786956"/>
              <a:ext cx="0" cy="301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12" name="Google Shape;12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7491519" y="4786956"/>
              <a:ext cx="1656588" cy="301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6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98"/>
          <p:cNvSpPr txBox="1"/>
          <p:nvPr>
            <p:ph type="title"/>
          </p:nvPr>
        </p:nvSpPr>
        <p:spPr>
          <a:xfrm>
            <a:off x="628650" y="273846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99"/>
              <a:buFont typeface="Calibri"/>
              <a:buNone/>
              <a:defRPr b="0" i="0" sz="329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2" name="Google Shape;112;p98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886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99"/>
              <a:buFont typeface="Arial"/>
              <a:buChar char="•"/>
              <a:defRPr b="0" i="0" sz="209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836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787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9"/>
              <a:buFont typeface="Arial"/>
              <a:buChar char="•"/>
              <a:defRPr b="0" i="0" sz="149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262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b="0" i="0" sz="134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261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b="0" i="0" sz="134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261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b="0" i="0" sz="134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261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b="0" i="0" sz="134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261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b="0" i="0" sz="134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261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b="0" i="0" sz="134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3" name="Google Shape;113;p98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4" name="Google Shape;114;p98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5" name="Google Shape;115;p98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16" name="Google Shape;116;p98"/>
          <p:cNvGrpSpPr/>
          <p:nvPr/>
        </p:nvGrpSpPr>
        <p:grpSpPr>
          <a:xfrm>
            <a:off x="6528601" y="4725672"/>
            <a:ext cx="2552895" cy="326886"/>
            <a:chOff x="6595212" y="4786956"/>
            <a:chExt cx="2552895" cy="326886"/>
          </a:xfrm>
        </p:grpSpPr>
        <p:pic>
          <p:nvPicPr>
            <p:cNvPr id="117" name="Google Shape;117;p98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6595212" y="4786956"/>
              <a:ext cx="788100" cy="32688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18" name="Google Shape;118;p98"/>
            <p:cNvCxnSpPr/>
            <p:nvPr/>
          </p:nvCxnSpPr>
          <p:spPr>
            <a:xfrm>
              <a:off x="7437416" y="4786956"/>
              <a:ext cx="0" cy="301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119" name="Google Shape;119;p9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7491519" y="4786956"/>
              <a:ext cx="1656588" cy="301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1"/>
          <p:cNvSpPr txBox="1"/>
          <p:nvPr>
            <p:ph type="title"/>
          </p:nvPr>
        </p:nvSpPr>
        <p:spPr>
          <a:xfrm>
            <a:off x="628650" y="273846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99"/>
              <a:buFont typeface="Calibri"/>
              <a:buNone/>
              <a:defRPr b="0" i="0" sz="329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5" name="Google Shape;195;p101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886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99"/>
              <a:buFont typeface="Arial"/>
              <a:buChar char="•"/>
              <a:defRPr b="0" i="0" sz="209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836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787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99"/>
              <a:buFont typeface="Arial"/>
              <a:buChar char="•"/>
              <a:defRPr b="0" i="0" sz="149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262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b="0" i="0" sz="134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261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b="0" i="0" sz="134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261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b="0" i="0" sz="134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261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b="0" i="0" sz="134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261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b="0" i="0" sz="134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261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b="0" i="0" sz="134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6" name="Google Shape;196;p101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7" name="Google Shape;197;p101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8" name="Google Shape;198;p101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99" name="Google Shape;199;p101"/>
          <p:cNvGrpSpPr/>
          <p:nvPr/>
        </p:nvGrpSpPr>
        <p:grpSpPr>
          <a:xfrm>
            <a:off x="6528601" y="4725672"/>
            <a:ext cx="2552895" cy="326886"/>
            <a:chOff x="6595212" y="4786956"/>
            <a:chExt cx="2552895" cy="326886"/>
          </a:xfrm>
        </p:grpSpPr>
        <p:pic>
          <p:nvPicPr>
            <p:cNvPr id="200" name="Google Shape;200;p101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6595212" y="4786956"/>
              <a:ext cx="788100" cy="32688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01" name="Google Shape;201;p101"/>
            <p:cNvCxnSpPr/>
            <p:nvPr/>
          </p:nvCxnSpPr>
          <p:spPr>
            <a:xfrm>
              <a:off x="7437416" y="4786956"/>
              <a:ext cx="0" cy="301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202" name="Google Shape;202;p10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7491519" y="4786956"/>
              <a:ext cx="1656588" cy="301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chart" Target="../charts/char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  <a:effectLst/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"/>
          <p:cNvSpPr txBox="1"/>
          <p:nvPr>
            <p:ph type="ctrTitle"/>
          </p:nvPr>
        </p:nvSpPr>
        <p:spPr>
          <a:xfrm>
            <a:off x="1188720" y="1792224"/>
            <a:ext cx="713232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32" lIns="36576" spcFirstLastPara="1" rIns="36576" wrap="square" tIns="27432">
            <a:normAutofit/>
          </a:bodyPr>
          <a:lstStyle/>
          <a:p>
            <a:pPr indent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sz="3600" b="1">
                <a:solidFill>
                  <a:srgbClr val="212121"/>
                </a:solidFill>
                <a:latin typeface="Arial"/>
              </a:rPr>
              <a:t>[Presentation title]</a:t>
            </a:r>
            <a:endParaRPr sz="2800">
              <a:solidFill>
                <a:srgbClr val="45454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1"/>
          <p:cNvSpPr txBox="1"/>
          <p:nvPr>
            <p:ph idx="1" type="subTitle"/>
          </p:nvPr>
        </p:nvSpPr>
        <p:spPr>
          <a:xfrm>
            <a:off x="1188720" y="2761488"/>
            <a:ext cx="6309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32" lIns="36576" spcFirstLastPara="1" rIns="36576" wrap="square" tIns="27432">
            <a:normAutofit/>
          </a:bodyPr>
          <a:lstStyle/>
          <a:p>
            <a:pPr indent="0" marL="0" rtl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ts val="2800"/>
              <a:buNone/>
            </a:pPr>
            <a:r>
              <a:rPr sz="1800" b="0">
                <a:solidFill>
                  <a:srgbClr val="212121"/>
                </a:solidFill>
                <a:latin typeface="Arial"/>
              </a:rPr>
              <a:t>[Presenter / team]</a:t>
            </a:r>
            <a:endParaRPr>
              <a:solidFill>
                <a:srgbClr val="454545"/>
              </a:solidFill>
              <a:latin typeface="Lexend"/>
              <a:ea typeface="Lexend"/>
              <a:cs typeface="Lexend"/>
              <a:sym typeface="Lexend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  <a:buNone/>
            </a:pPr>
            <a:r>
              <a:rPr sz="1200" b="0">
                <a:solidFill>
                  <a:srgbClr val="78909C"/>
                </a:solidFill>
                <a:latin typeface="Arial"/>
              </a:rPr>
              <a:t>[Month YYYY]</a:t>
            </a:r>
          </a:p>
        </p:txBody>
      </p:sp>
      <p:cxnSp>
        <p:nvCxnSpPr>
          <p:cNvPr id="276" name="Google Shape;276;p1"/>
          <p:cNvCxnSpPr/>
          <p:nvPr/>
        </p:nvCxnSpPr>
        <p:spPr>
          <a:xfrm>
            <a:off x="540300" y="1971125"/>
            <a:ext cx="0" cy="1862700"/>
          </a:xfrm>
          <a:prstGeom prst="straightConnector1">
            <a:avLst/>
          </a:prstGeom>
          <a:noFill/>
          <a:ln cap="flat" cmpd="sng" w="19050">
            <a:solidFill>
              <a:srgbClr val="454545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vllm-omni" id="277" name="Google Shape;27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2700" y="882097"/>
            <a:ext cx="4067640" cy="7450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  <a:effectLst/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4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32" lIns="36576" spcFirstLastPara="1" rIns="36576" wrap="square" tIns="27432">
            <a:normAutofit fontScale="90000"/>
          </a:bodyPr>
          <a:lstStyle/>
          <a:p>
            <a:pPr indent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sz="2800" b="1">
                <a:solidFill>
                  <a:srgbClr val="212121"/>
                </a:solidFill>
                <a:latin typeface="Arial"/>
              </a:rPr>
              <a:t>[Slide title]</a:t>
            </a:r>
            <a:endParaRPr/>
          </a:p>
        </p:txBody>
      </p:sp>
      <p:sp>
        <p:nvSpPr>
          <p:cNvPr id="384" name="Google Shape;384;p14"/>
          <p:cNvSpPr txBox="1"/>
          <p:nvPr>
            <p:ph idx="1" type="body"/>
          </p:nvPr>
        </p:nvSpPr>
        <p:spPr>
          <a:xfrm>
            <a:off x="713232" y="1170432"/>
            <a:ext cx="7717536" cy="3054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32" lIns="36576" spcFirstLastPara="1" rIns="36576" wrap="square" tIns="27432">
            <a:normAutofit/>
          </a:bodyPr>
          <a:lstStyle/>
          <a:p>
            <a:pPr indent="-368300" marL="457200" rtl="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SzPts val="2200"/>
              <a:buNone/>
            </a:pPr>
            <a:r>
              <a:rPr sz="1800" b="1">
                <a:solidFill>
                  <a:srgbClr val="4285F4"/>
                </a:solidFill>
                <a:latin typeface="Arial"/>
              </a:rPr>
              <a:t>[Key takeaway]</a:t>
            </a:r>
            <a:endParaRPr/>
          </a:p>
          <a:p>
            <a:pPr algn="l" marL="384048" indent="-182880">
              <a:lnSpc>
                <a:spcPct val="110000"/>
              </a:lnSpc>
              <a:spcAft>
                <a:spcPts val="1200"/>
              </a:spcAft>
              <a:buChar char="•"/>
            </a:pPr>
            <a:r>
              <a:rPr sz="1800" b="0">
                <a:solidFill>
                  <a:srgbClr val="212121"/>
                </a:solidFill>
                <a:latin typeface="Arial"/>
              </a:rPr>
              <a:t>[Supporting point]</a:t>
            </a:r>
          </a:p>
          <a:p>
            <a:pPr algn="l" marL="384048" indent="-182880">
              <a:lnSpc>
                <a:spcPct val="110000"/>
              </a:lnSpc>
              <a:spcAft>
                <a:spcPts val="1200"/>
              </a:spcAft>
              <a:buChar char="•"/>
            </a:pPr>
            <a:r>
              <a:rPr sz="1800" b="0">
                <a:solidFill>
                  <a:srgbClr val="212121"/>
                </a:solidFill>
                <a:latin typeface="Arial"/>
              </a:rPr>
              <a:t>[Supporting point]</a:t>
            </a:r>
          </a:p>
          <a:p>
            <a:pPr algn="l" marL="384048" indent="-182880">
              <a:lnSpc>
                <a:spcPct val="110000"/>
              </a:lnSpc>
              <a:spcAft>
                <a:spcPts val="1200"/>
              </a:spcAft>
              <a:buChar char="•"/>
            </a:pPr>
            <a:r>
              <a:rPr sz="1800" b="0">
                <a:solidFill>
                  <a:srgbClr val="212121"/>
                </a:solidFill>
                <a:latin typeface="Arial"/>
              </a:rPr>
              <a:t>[Supporting point]</a:t>
            </a:r>
          </a:p>
        </p:txBody>
      </p:sp>
      <p:sp>
        <p:nvSpPr>
          <p:cNvPr id="385" name="Google Shape;385;p14"/>
          <p:cNvSpPr txBox="1"/>
          <p:nvPr>
            <p:ph idx="12" type="sldNum"/>
          </p:nvPr>
        </p:nvSpPr>
        <p:spPr>
          <a:xfrm>
            <a:off x="6199632" y="4718304"/>
            <a:ext cx="2011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6" name="TextBox 385"/>
          <p:cNvSpPr txBox="1"/>
          <p:nvPr/>
        </p:nvSpPr>
        <p:spPr>
          <a:xfrm>
            <a:off x="329184" y="4416552"/>
            <a:ext cx="5897880" cy="21945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buNone/>
            </a:pPr>
            <a:r>
              <a:rPr sz="1200" b="0">
                <a:solidFill>
                  <a:srgbClr val="78909C"/>
                </a:solidFill>
                <a:latin typeface="Arial"/>
              </a:rPr>
              <a:t>[Source / context]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  <a:effectLst/>
      </p:bgPr>
    </p:bg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24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32" lIns="36576" spcFirstLastPara="1" rIns="36576" wrap="square" tIns="27432">
            <a:no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buNone/>
            </a:pPr>
            <a:r>
              <a:rPr sz="2800" b="1">
                <a:solidFill>
                  <a:srgbClr val="212121"/>
                </a:solidFill>
                <a:latin typeface="Arial"/>
              </a:rPr>
              <a:t>Contents</a:t>
            </a:r>
          </a:p>
        </p:txBody>
      </p:sp>
      <p:sp>
        <p:nvSpPr>
          <p:cNvPr id="974" name="Google Shape;974;p24"/>
          <p:cNvSpPr txBox="1"/>
          <p:nvPr>
            <p:ph idx="1" type="body"/>
          </p:nvPr>
        </p:nvSpPr>
        <p:spPr>
          <a:xfrm>
            <a:off x="1115568" y="1188720"/>
            <a:ext cx="6949440" cy="3127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32" lIns="36576" spcFirstLastPara="1" rIns="36576" wrap="square" tIns="27432">
            <a:normAutofit/>
          </a:bodyPr>
          <a:lstStyle/>
          <a:p>
            <a:pPr indent="-182880" marL="384048" rtl="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SzPts val="2200"/>
              <a:buAutoNum type="arabicPeriod"/>
            </a:pPr>
            <a:r>
              <a:rPr sz="1800" b="0">
                <a:solidFill>
                  <a:srgbClr val="212121"/>
                </a:solidFill>
                <a:latin typeface="Arial"/>
              </a:rPr>
              <a:t> [Section title]</a:t>
            </a:r>
            <a:endParaRPr sz="2000"/>
          </a:p>
          <a:p>
            <a:pPr algn="l" marL="384048" indent="-182880">
              <a:lnSpc>
                <a:spcPct val="110000"/>
              </a:lnSpc>
              <a:spcAft>
                <a:spcPts val="1800"/>
              </a:spcAft>
              <a:buAutoNum type="arabicPeriod"/>
            </a:pPr>
            <a:r>
              <a:rPr sz="1800" b="0">
                <a:solidFill>
                  <a:srgbClr val="212121"/>
                </a:solidFill>
                <a:latin typeface="Arial"/>
              </a:rPr>
              <a:t> [Section title]</a:t>
            </a:r>
          </a:p>
          <a:p>
            <a:pPr algn="l" marL="384048" indent="-182880">
              <a:lnSpc>
                <a:spcPct val="110000"/>
              </a:lnSpc>
              <a:spcAft>
                <a:spcPts val="1800"/>
              </a:spcAft>
              <a:buAutoNum type="arabicPeriod"/>
            </a:pPr>
            <a:r>
              <a:rPr sz="1800" b="0">
                <a:solidFill>
                  <a:srgbClr val="212121"/>
                </a:solidFill>
                <a:latin typeface="Arial"/>
              </a:rPr>
              <a:t> [Section title]</a:t>
            </a:r>
          </a:p>
          <a:p>
            <a:pPr algn="l" marL="384048" indent="-182880">
              <a:lnSpc>
                <a:spcPct val="110000"/>
              </a:lnSpc>
              <a:spcAft>
                <a:spcPts val="1800"/>
              </a:spcAft>
              <a:buAutoNum type="arabicPeriod"/>
            </a:pPr>
            <a:r>
              <a:rPr sz="1800" b="0">
                <a:solidFill>
                  <a:srgbClr val="212121"/>
                </a:solidFill>
                <a:latin typeface="Arial"/>
              </a:rPr>
              <a:t> [Section title]</a:t>
            </a:r>
          </a:p>
        </p:txBody>
      </p:sp>
      <p:sp>
        <p:nvSpPr>
          <p:cNvPr id="975" name="Google Shape;975;p24"/>
          <p:cNvSpPr txBox="1"/>
          <p:nvPr>
            <p:ph idx="12" type="sldNum"/>
          </p:nvPr>
        </p:nvSpPr>
        <p:spPr>
          <a:xfrm>
            <a:off x="6199632" y="4718304"/>
            <a:ext cx="2011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  <a:effectLst/>
      </p:bgPr>
    </p:bg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97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32" lIns="36576" spcFirstLastPara="1" rIns="36576" wrap="square" tIns="27432">
            <a:normAutofit/>
          </a:bodyPr>
          <a:lstStyle/>
          <a:p>
            <a:pPr indent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sz="2800" b="1">
                <a:solidFill>
                  <a:srgbClr val="212121"/>
                </a:solidFill>
                <a:latin typeface="Arial"/>
              </a:rPr>
              <a:t>Chart color guidance</a:t>
            </a:r>
            <a:endParaRPr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064" name="Google Shape;1064;p97"/>
          <p:cNvSpPr txBox="1"/>
          <p:nvPr>
            <p:ph idx="12" type="sldNum"/>
          </p:nvPr>
        </p:nvSpPr>
        <p:spPr>
          <a:xfrm>
            <a:off x="6199632" y="4718304"/>
            <a:ext cx="2011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065" name="Chart 1064"/>
          <p:cNvGraphicFramePr>
            <a:graphicFrameLocks noGrp="1"/>
          </p:cNvGraphicFramePr>
          <p:nvPr/>
        </p:nvGraphicFramePr>
        <p:xfrm>
          <a:off x="502920" y="1371600"/>
          <a:ext cx="3730752" cy="2944368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066" name="TextBox 1065"/>
          <p:cNvSpPr txBox="1"/>
          <p:nvPr/>
        </p:nvSpPr>
        <p:spPr>
          <a:xfrm>
            <a:off x="530352" y="1051560"/>
            <a:ext cx="3657600" cy="237744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buNone/>
            </a:pPr>
            <a:r>
              <a:rPr sz="1800" b="1">
                <a:solidFill>
                  <a:srgbClr val="212121"/>
                </a:solidFill>
                <a:latin typeface="Arial"/>
              </a:rPr>
              <a:t>Illustrative comparison</a:t>
            </a:r>
          </a:p>
        </p:txBody>
      </p:sp>
      <p:sp>
        <p:nvSpPr>
          <p:cNvPr id="1067" name="TextBox 1066"/>
          <p:cNvSpPr txBox="1"/>
          <p:nvPr/>
        </p:nvSpPr>
        <p:spPr>
          <a:xfrm>
            <a:off x="4645152" y="1051560"/>
            <a:ext cx="3931920" cy="237744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buNone/>
            </a:pPr>
            <a:r>
              <a:rPr sz="1800" b="1">
                <a:solidFill>
                  <a:srgbClr val="212121"/>
                </a:solidFill>
                <a:latin typeface="Arial"/>
              </a:rPr>
              <a:t>Source palette</a:t>
            </a:r>
          </a:p>
        </p:txBody>
      </p:sp>
      <p:graphicFrame>
        <p:nvGraphicFramePr>
          <p:cNvPr id="1068" name="Table 1067"/>
          <p:cNvGraphicFramePr>
            <a:graphicFrameLocks noGrp="1"/>
          </p:cNvGraphicFramePr>
          <p:nvPr/>
        </p:nvGraphicFramePr>
        <p:xfrm>
          <a:off x="4617720" y="1371600"/>
          <a:ext cx="4023360" cy="294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658368"/>
                <a:gridCol w="1005840"/>
                <a:gridCol w="1399032"/>
              </a:tblGrid>
              <a:tr h="420624"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Color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Hex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Use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20624"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12121"/>
                          </a:solidFill>
                          <a:latin typeface="Arial"/>
                        </a:rPr>
                        <a:t>Primary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12121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12121"/>
                          </a:solidFill>
                          <a:latin typeface="Arial"/>
                        </a:rPr>
                        <a:t>#4285F4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12121"/>
                          </a:solidFill>
                          <a:latin typeface="Arial"/>
                        </a:rPr>
                        <a:t>Main series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12121"/>
                          </a:solidFill>
                          <a:latin typeface="Arial"/>
                        </a:rPr>
                        <a:t>Ink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12121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12121"/>
                          </a:solidFill>
                          <a:latin typeface="Arial"/>
                        </a:rPr>
                        <a:t>#212121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12121"/>
                          </a:solidFill>
                          <a:latin typeface="Arial"/>
                        </a:rPr>
                        <a:t>Text / baseline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420624"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12121"/>
                          </a:solidFill>
                          <a:latin typeface="Arial"/>
                        </a:rPr>
                        <a:t>Slate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12121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78909C"/>
                    </a:solidFill>
                  </a:tcPr>
                </a:tc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12121"/>
                          </a:solidFill>
                          <a:latin typeface="Arial"/>
                        </a:rPr>
                        <a:t>#78909C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12121"/>
                          </a:solidFill>
                          <a:latin typeface="Arial"/>
                        </a:rPr>
                        <a:t>Secondary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12121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12121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AB40"/>
                    </a:solidFill>
                  </a:tcPr>
                </a:tc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12121"/>
                          </a:solidFill>
                          <a:latin typeface="Arial"/>
                        </a:rPr>
                        <a:t>#FFAB40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12121"/>
                          </a:solidFill>
                          <a:latin typeface="Arial"/>
                        </a:rPr>
                        <a:t>Highlight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420624"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12121"/>
                          </a:solidFill>
                          <a:latin typeface="Arial"/>
                        </a:rPr>
                        <a:t>Teal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12121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0097A7"/>
                    </a:solidFill>
                  </a:tcPr>
                </a:tc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12121"/>
                          </a:solidFill>
                          <a:latin typeface="Arial"/>
                        </a:rPr>
                        <a:t>#0097A7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12121"/>
                          </a:solidFill>
                          <a:latin typeface="Arial"/>
                        </a:rPr>
                        <a:t>Supporting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12121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12121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EEFF41"/>
                    </a:solidFill>
                  </a:tcPr>
                </a:tc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12121"/>
                          </a:solidFill>
                          <a:latin typeface="Arial"/>
                        </a:rPr>
                        <a:t>#EEFF41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12121"/>
                          </a:solidFill>
                          <a:latin typeface="Arial"/>
                        </a:rPr>
                        <a:t>Sparse accent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1069" name="TextBox 1068"/>
          <p:cNvSpPr txBox="1"/>
          <p:nvPr/>
        </p:nvSpPr>
        <p:spPr>
          <a:xfrm>
            <a:off x="329184" y="4416552"/>
            <a:ext cx="6675120" cy="21945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buNone/>
            </a:pPr>
            <a:r>
              <a:rPr sz="1200" b="0">
                <a:solidFill>
                  <a:srgbClr val="78909C"/>
                </a:solidFill>
                <a:latin typeface="Arial"/>
              </a:rPr>
              <a:t>Illustrative data | Replace labels and values before use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  <a:effectLst/>
      </p:bgPr>
    </p:bg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27"/>
          <p:cNvSpPr txBox="1"/>
          <p:nvPr>
            <p:ph type="title"/>
          </p:nvPr>
        </p:nvSpPr>
        <p:spPr>
          <a:xfrm>
            <a:off x="658368" y="1188720"/>
            <a:ext cx="388620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32" lIns="36576" spcFirstLastPara="1" rIns="36576" wrap="square" tIns="27432">
            <a:normAutofit fontScale="90000"/>
          </a:bodyPr>
          <a:lstStyle/>
          <a:p>
            <a:pPr indent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sz="3600" b="1">
                <a:solidFill>
                  <a:srgbClr val="212121"/>
                </a:solidFill>
                <a:latin typeface="Arial"/>
              </a:rPr>
              <a:t>Thank you.</a:t>
            </a:r>
            <a:endParaRPr>
              <a:solidFill>
                <a:srgbClr val="454545"/>
              </a:solidFill>
            </a:endParaRPr>
          </a:p>
        </p:txBody>
      </p:sp>
      <p:sp>
        <p:nvSpPr>
          <p:cNvPr id="1087" name="Rectangle 1086"/>
          <p:cNvSpPr/>
          <p:nvPr/>
        </p:nvSpPr>
        <p:spPr>
          <a:xfrm>
            <a:off x="667512" y="2221992"/>
            <a:ext cx="54864" cy="1216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8" name="TextBox 1087"/>
          <p:cNvSpPr txBox="1"/>
          <p:nvPr/>
        </p:nvSpPr>
        <p:spPr>
          <a:xfrm>
            <a:off x="932688" y="2258568"/>
            <a:ext cx="3611880" cy="111556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buNone/>
            </a:pPr>
            <a:r>
              <a:rPr sz="1800" b="1">
                <a:solidFill>
                  <a:srgbClr val="212121"/>
                </a:solidFill>
                <a:latin typeface="Arial"/>
              </a:rPr>
              <a:t>[Closing statement]</a:t>
            </a:r>
          </a:p>
        </p:txBody>
      </p:sp>
      <p:sp>
        <p:nvSpPr>
          <p:cNvPr id="1089" name="TextBox 1088"/>
          <p:cNvSpPr txBox="1"/>
          <p:nvPr/>
        </p:nvSpPr>
        <p:spPr>
          <a:xfrm>
            <a:off x="5074920" y="1417320"/>
            <a:ext cx="3383280" cy="329184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buNone/>
            </a:pPr>
            <a:r>
              <a:rPr sz="1800" b="1">
                <a:solidFill>
                  <a:srgbClr val="212121"/>
                </a:solidFill>
                <a:latin typeface="Arial"/>
              </a:rPr>
              <a:t>[Project / team]</a:t>
            </a:r>
          </a:p>
        </p:txBody>
      </p:sp>
      <p:sp>
        <p:nvSpPr>
          <p:cNvPr id="1090" name="TextBox 1089"/>
          <p:cNvSpPr txBox="1"/>
          <p:nvPr/>
        </p:nvSpPr>
        <p:spPr>
          <a:xfrm>
            <a:off x="5074920" y="1920240"/>
            <a:ext cx="3383280" cy="15361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buNone/>
            </a:pPr>
            <a:r>
              <a:rPr sz="1200" b="0">
                <a:solidFill>
                  <a:srgbClr val="78909C"/>
                </a:solidFill>
                <a:latin typeface="Arial"/>
              </a:rPr>
              <a:t>[Contact name]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  <a:buNone/>
            </a:pPr>
            <a:r>
              <a:rPr sz="1200" b="0">
                <a:solidFill>
                  <a:srgbClr val="78909C"/>
                </a:solidFill>
                <a:latin typeface="Arial"/>
              </a:rPr>
              <a:t>[Email or messaging handle]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  <a:buNone/>
            </a:pPr>
            <a:r>
              <a:rPr sz="1200" b="0">
                <a:solidFill>
                  <a:srgbClr val="78909C"/>
                </a:solidFill>
                <a:latin typeface="Arial"/>
              </a:rPr>
              <a:t>[Repository or documentation URL]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liuhongsheng</dc:creator>
  <dc:title>vLLM-Omni source-derived template</dc:title>
  <dc:subject>Cover, contents, body, chart guidance, and closing template</dc:subject>
  <dc:description>Extracted from vLLM-Omni Slides (Public) 2026-04 latest.pptx</dc:descript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readonly">
    <vt:lpwstr/>
  </property>
  <property fmtid="{D5CDD505-2E9C-101B-9397-08002B2CF9AE}" pid="3" name="_change">
    <vt:lpwstr/>
  </property>
  <property fmtid="{D5CDD505-2E9C-101B-9397-08002B2CF9AE}" pid="4" name="_full-control">
    <vt:lpwstr/>
  </property>
  <property fmtid="{D5CDD505-2E9C-101B-9397-08002B2CF9AE}" pid="5" name="sflag">
    <vt:lpwstr>1774916001</vt:lpwstr>
  </property>
</Properties>
</file>